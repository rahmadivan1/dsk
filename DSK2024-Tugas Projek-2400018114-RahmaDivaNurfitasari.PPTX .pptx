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aleway"/>
      <p:regular r:id="rId14"/>
      <p:bold r:id="rId15"/>
      <p:italic r:id="rId16"/>
      <p:boldItalic r:id="rId17"/>
    </p:embeddedFont>
    <p:embeddedFont>
      <p:font typeface="Orbitron"/>
      <p:regular r:id="rId18"/>
      <p:bold r:id="rId19"/>
    </p:embeddedFont>
    <p:embeddedFont>
      <p:font typeface="Kanit Light"/>
      <p:regular r:id="rId20"/>
      <p:bold r:id="rId21"/>
      <p:italic r:id="rId22"/>
      <p:boldItalic r:id="rId23"/>
    </p:embeddedFont>
    <p:embeddedFont>
      <p:font typeface="Kani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KanitLight-regular.fntdata"/><Relationship Id="rId22" Type="http://schemas.openxmlformats.org/officeDocument/2006/relationships/font" Target="fonts/KanitLight-italic.fntdata"/><Relationship Id="rId21" Type="http://schemas.openxmlformats.org/officeDocument/2006/relationships/font" Target="fonts/KanitLight-bold.fntdata"/><Relationship Id="rId24" Type="http://schemas.openxmlformats.org/officeDocument/2006/relationships/font" Target="fonts/Kanit-regular.fntdata"/><Relationship Id="rId23" Type="http://schemas.openxmlformats.org/officeDocument/2006/relationships/font" Target="fonts/KanitLigh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Kanit-italic.fntdata"/><Relationship Id="rId25" Type="http://schemas.openxmlformats.org/officeDocument/2006/relationships/font" Target="fonts/Kanit-bold.fntdata"/><Relationship Id="rId27" Type="http://schemas.openxmlformats.org/officeDocument/2006/relationships/font" Target="fonts/Kani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Orbitron-bold.fntdata"/><Relationship Id="rId18" Type="http://schemas.openxmlformats.org/officeDocument/2006/relationships/font" Target="fonts/Orbitro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0860aa5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0860aa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0fb8bc67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0fb8bc67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25d80b41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25d80b41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3376c313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3376c313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ff18b49f31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ff18b49f31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ab6ecfa1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ab6ecfa1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ab6ecfa1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2ab6ecfa1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2ab6ecfa1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2ab6ecfa1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60000"/>
          </a:blip>
          <a:stretch>
            <a:fillRect/>
          </a:stretch>
        </p:blipFill>
        <p:spPr>
          <a:xfrm>
            <a:off x="0" y="0"/>
            <a:ext cx="9144003" cy="5143501"/>
          </a:xfrm>
          <a:prstGeom prst="rect">
            <a:avLst/>
          </a:prstGeom>
          <a:noFill/>
          <a:ln>
            <a:noFill/>
          </a:ln>
        </p:spPr>
      </p:pic>
      <p:sp>
        <p:nvSpPr>
          <p:cNvPr id="10" name="Google Shape;10;p2"/>
          <p:cNvSpPr txBox="1"/>
          <p:nvPr>
            <p:ph type="ctrTitle"/>
          </p:nvPr>
        </p:nvSpPr>
        <p:spPr>
          <a:xfrm>
            <a:off x="1654450" y="1307025"/>
            <a:ext cx="5682300" cy="19938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Clr>
                <a:srgbClr val="191919"/>
              </a:buClr>
              <a:buSzPts val="5200"/>
              <a:buNone/>
              <a:defRPr sz="8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1654575" y="3450425"/>
            <a:ext cx="5682300" cy="409500"/>
          </a:xfrm>
          <a:prstGeom prst="rect">
            <a:avLst/>
          </a:prstGeom>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2" name="Google Shape;12;p2"/>
          <p:cNvPicPr preferRelativeResize="0"/>
          <p:nvPr/>
        </p:nvPicPr>
        <p:blipFill>
          <a:blip r:embed="rId3">
            <a:alphaModFix/>
          </a:blip>
          <a:stretch>
            <a:fillRect/>
          </a:stretch>
        </p:blipFill>
        <p:spPr>
          <a:xfrm>
            <a:off x="-330675" y="-145538"/>
            <a:ext cx="9557898" cy="5376326"/>
          </a:xfrm>
          <a:prstGeom prst="rect">
            <a:avLst/>
          </a:prstGeom>
          <a:noFill/>
          <a:ln>
            <a:noFill/>
          </a:ln>
        </p:spPr>
      </p:pic>
      <p:grpSp>
        <p:nvGrpSpPr>
          <p:cNvPr id="13" name="Google Shape;13;p2"/>
          <p:cNvGrpSpPr/>
          <p:nvPr/>
        </p:nvGrpSpPr>
        <p:grpSpPr>
          <a:xfrm>
            <a:off x="8657175" y="772575"/>
            <a:ext cx="74100" cy="1788450"/>
            <a:chOff x="8657175" y="772575"/>
            <a:chExt cx="74100" cy="1788450"/>
          </a:xfrm>
        </p:grpSpPr>
        <p:sp>
          <p:nvSpPr>
            <p:cNvPr id="14" name="Google Shape;14;p2"/>
            <p:cNvSpPr/>
            <p:nvPr/>
          </p:nvSpPr>
          <p:spPr>
            <a:xfrm>
              <a:off x="8657175" y="772575"/>
              <a:ext cx="74100" cy="142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15" name="Google Shape;15;p2"/>
            <p:cNvSpPr/>
            <p:nvPr/>
          </p:nvSpPr>
          <p:spPr>
            <a:xfrm>
              <a:off x="8657175" y="2304150"/>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16" name="Google Shape;16;p2"/>
            <p:cNvSpPr/>
            <p:nvPr/>
          </p:nvSpPr>
          <p:spPr>
            <a:xfrm>
              <a:off x="8657175" y="2483925"/>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grpSp>
      <p:sp>
        <p:nvSpPr>
          <p:cNvPr id="17" name="Google Shape;17;p2"/>
          <p:cNvSpPr/>
          <p:nvPr/>
        </p:nvSpPr>
        <p:spPr>
          <a:xfrm>
            <a:off x="8809575" y="4485025"/>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8" name="Google Shape;18;p2"/>
          <p:cNvSpPr/>
          <p:nvPr/>
        </p:nvSpPr>
        <p:spPr>
          <a:xfrm>
            <a:off x="8657175" y="4637450"/>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9" name="Google Shape;19;p2"/>
          <p:cNvSpPr/>
          <p:nvPr/>
        </p:nvSpPr>
        <p:spPr>
          <a:xfrm>
            <a:off x="8809575" y="4789875"/>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nvGrpSpPr>
          <p:cNvPr id="20" name="Google Shape;20;p2"/>
          <p:cNvGrpSpPr/>
          <p:nvPr/>
        </p:nvGrpSpPr>
        <p:grpSpPr>
          <a:xfrm>
            <a:off x="205650" y="308475"/>
            <a:ext cx="150300" cy="378950"/>
            <a:chOff x="205650" y="308475"/>
            <a:chExt cx="150300" cy="378950"/>
          </a:xfrm>
        </p:grpSpPr>
        <p:sp>
          <p:nvSpPr>
            <p:cNvPr id="21" name="Google Shape;21;p2"/>
            <p:cNvSpPr/>
            <p:nvPr/>
          </p:nvSpPr>
          <p:spPr>
            <a:xfrm>
              <a:off x="205650" y="30847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2" name="Google Shape;22;p2"/>
            <p:cNvSpPr/>
            <p:nvPr/>
          </p:nvSpPr>
          <p:spPr>
            <a:xfrm>
              <a:off x="281850" y="460900"/>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3" name="Google Shape;23;p2"/>
            <p:cNvSpPr/>
            <p:nvPr/>
          </p:nvSpPr>
          <p:spPr>
            <a:xfrm>
              <a:off x="205650" y="61332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grpSp>
        <p:nvGrpSpPr>
          <p:cNvPr id="24" name="Google Shape;24;p2"/>
          <p:cNvGrpSpPr/>
          <p:nvPr/>
        </p:nvGrpSpPr>
        <p:grpSpPr>
          <a:xfrm>
            <a:off x="1085475" y="4711575"/>
            <a:ext cx="536998" cy="134100"/>
            <a:chOff x="1085475" y="4711575"/>
            <a:chExt cx="536998" cy="134100"/>
          </a:xfrm>
        </p:grpSpPr>
        <p:sp>
          <p:nvSpPr>
            <p:cNvPr id="25" name="Google Shape;25;p2"/>
            <p:cNvSpPr/>
            <p:nvPr/>
          </p:nvSpPr>
          <p:spPr>
            <a:xfrm>
              <a:off x="1085475"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6" name="Google Shape;26;p2"/>
            <p:cNvSpPr/>
            <p:nvPr/>
          </p:nvSpPr>
          <p:spPr>
            <a:xfrm>
              <a:off x="1219774"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7" name="Google Shape;27;p2"/>
            <p:cNvSpPr/>
            <p:nvPr/>
          </p:nvSpPr>
          <p:spPr>
            <a:xfrm>
              <a:off x="1354074"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8" name="Google Shape;28;p2"/>
            <p:cNvSpPr/>
            <p:nvPr/>
          </p:nvSpPr>
          <p:spPr>
            <a:xfrm>
              <a:off x="1488373"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pic>
        <p:nvPicPr>
          <p:cNvPr id="30" name="Google Shape;30;p3"/>
          <p:cNvPicPr preferRelativeResize="0"/>
          <p:nvPr/>
        </p:nvPicPr>
        <p:blipFill>
          <a:blip r:embed="rId2">
            <a:alphaModFix amt="60000"/>
          </a:blip>
          <a:stretch>
            <a:fillRect/>
          </a:stretch>
        </p:blipFill>
        <p:spPr>
          <a:xfrm flipH="1">
            <a:off x="0" y="0"/>
            <a:ext cx="9144003" cy="5143501"/>
          </a:xfrm>
          <a:prstGeom prst="rect">
            <a:avLst/>
          </a:prstGeom>
          <a:noFill/>
          <a:ln>
            <a:noFill/>
          </a:ln>
        </p:spPr>
      </p:pic>
      <p:pic>
        <p:nvPicPr>
          <p:cNvPr id="31" name="Google Shape;31;p3"/>
          <p:cNvPicPr preferRelativeResize="0"/>
          <p:nvPr/>
        </p:nvPicPr>
        <p:blipFill rotWithShape="1">
          <a:blip r:embed="rId3">
            <a:alphaModFix/>
          </a:blip>
          <a:srcRect b="0" l="0" r="0" t="13217"/>
          <a:stretch/>
        </p:blipFill>
        <p:spPr>
          <a:xfrm>
            <a:off x="-330675" y="565023"/>
            <a:ext cx="9557898" cy="4665776"/>
          </a:xfrm>
          <a:prstGeom prst="rect">
            <a:avLst/>
          </a:prstGeom>
          <a:noFill/>
          <a:ln>
            <a:noFill/>
          </a:ln>
        </p:spPr>
      </p:pic>
      <p:sp>
        <p:nvSpPr>
          <p:cNvPr id="32" name="Google Shape;32;p3"/>
          <p:cNvSpPr txBox="1"/>
          <p:nvPr>
            <p:ph type="title"/>
          </p:nvPr>
        </p:nvSpPr>
        <p:spPr>
          <a:xfrm>
            <a:off x="2391900" y="2409526"/>
            <a:ext cx="4360200" cy="1103100"/>
          </a:xfrm>
          <a:prstGeom prst="rect">
            <a:avLst/>
          </a:prstGeom>
        </p:spPr>
        <p:txBody>
          <a:bodyPr anchorCtr="0" anchor="t"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3" name="Google Shape;33;p3"/>
          <p:cNvSpPr txBox="1"/>
          <p:nvPr>
            <p:ph hasCustomPrompt="1" idx="2" type="title"/>
          </p:nvPr>
        </p:nvSpPr>
        <p:spPr>
          <a:xfrm>
            <a:off x="4027150" y="1352695"/>
            <a:ext cx="1089900" cy="102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grpSp>
        <p:nvGrpSpPr>
          <p:cNvPr id="34" name="Google Shape;34;p3"/>
          <p:cNvGrpSpPr/>
          <p:nvPr/>
        </p:nvGrpSpPr>
        <p:grpSpPr>
          <a:xfrm>
            <a:off x="1112875" y="367875"/>
            <a:ext cx="1788450" cy="74100"/>
            <a:chOff x="1112875" y="367875"/>
            <a:chExt cx="1788450" cy="74100"/>
          </a:xfrm>
        </p:grpSpPr>
        <p:sp>
          <p:nvSpPr>
            <p:cNvPr id="35" name="Google Shape;35;p3"/>
            <p:cNvSpPr/>
            <p:nvPr/>
          </p:nvSpPr>
          <p:spPr>
            <a:xfrm rot="-5400000">
              <a:off x="1790275" y="-309525"/>
              <a:ext cx="74100" cy="142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36" name="Google Shape;36;p3"/>
            <p:cNvSpPr/>
            <p:nvPr/>
          </p:nvSpPr>
          <p:spPr>
            <a:xfrm rot="-5400000">
              <a:off x="2645950" y="366375"/>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37" name="Google Shape;37;p3"/>
            <p:cNvSpPr/>
            <p:nvPr/>
          </p:nvSpPr>
          <p:spPr>
            <a:xfrm rot="-5400000">
              <a:off x="2825725" y="366375"/>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grpSp>
      <p:grpSp>
        <p:nvGrpSpPr>
          <p:cNvPr id="38" name="Google Shape;38;p3"/>
          <p:cNvGrpSpPr/>
          <p:nvPr/>
        </p:nvGrpSpPr>
        <p:grpSpPr>
          <a:xfrm>
            <a:off x="1085475" y="4711575"/>
            <a:ext cx="536998" cy="134100"/>
            <a:chOff x="1085475" y="4711575"/>
            <a:chExt cx="536998" cy="134100"/>
          </a:xfrm>
        </p:grpSpPr>
        <p:sp>
          <p:nvSpPr>
            <p:cNvPr id="39" name="Google Shape;39;p3"/>
            <p:cNvSpPr/>
            <p:nvPr/>
          </p:nvSpPr>
          <p:spPr>
            <a:xfrm>
              <a:off x="1085475"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40" name="Google Shape;40;p3"/>
            <p:cNvSpPr/>
            <p:nvPr/>
          </p:nvSpPr>
          <p:spPr>
            <a:xfrm>
              <a:off x="1219774"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41" name="Google Shape;41;p3"/>
            <p:cNvSpPr/>
            <p:nvPr/>
          </p:nvSpPr>
          <p:spPr>
            <a:xfrm>
              <a:off x="1354074"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42" name="Google Shape;42;p3"/>
            <p:cNvSpPr/>
            <p:nvPr/>
          </p:nvSpPr>
          <p:spPr>
            <a:xfrm>
              <a:off x="1488373" y="47115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45" name="Google Shape;45;p4"/>
          <p:cNvSpPr txBox="1"/>
          <p:nvPr>
            <p:ph idx="1" type="body"/>
          </p:nvPr>
        </p:nvSpPr>
        <p:spPr>
          <a:xfrm>
            <a:off x="720000" y="1152475"/>
            <a:ext cx="7704000" cy="403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pic>
        <p:nvPicPr>
          <p:cNvPr id="46" name="Google Shape;46;p4"/>
          <p:cNvPicPr preferRelativeResize="0"/>
          <p:nvPr/>
        </p:nvPicPr>
        <p:blipFill>
          <a:blip r:embed="rId2">
            <a:alphaModFix/>
          </a:blip>
          <a:stretch>
            <a:fillRect/>
          </a:stretch>
        </p:blipFill>
        <p:spPr>
          <a:xfrm>
            <a:off x="-224639" y="-126362"/>
            <a:ext cx="9593277" cy="539622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sp>
        <p:nvSpPr>
          <p:cNvPr id="48" name="Google Shape;48;p5"/>
          <p:cNvSpPr txBox="1"/>
          <p:nvPr>
            <p:ph idx="1" type="subTitle"/>
          </p:nvPr>
        </p:nvSpPr>
        <p:spPr>
          <a:xfrm>
            <a:off x="1013450" y="1817100"/>
            <a:ext cx="3288000" cy="713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49" name="Google Shape;49;p5"/>
          <p:cNvSpPr txBox="1"/>
          <p:nvPr>
            <p:ph idx="2" type="subTitle"/>
          </p:nvPr>
        </p:nvSpPr>
        <p:spPr>
          <a:xfrm>
            <a:off x="4683250" y="1817100"/>
            <a:ext cx="3447300" cy="713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50" name="Google Shape;50;p5"/>
          <p:cNvSpPr txBox="1"/>
          <p:nvPr>
            <p:ph idx="3" type="subTitle"/>
          </p:nvPr>
        </p:nvSpPr>
        <p:spPr>
          <a:xfrm>
            <a:off x="1013450" y="2686775"/>
            <a:ext cx="3288000" cy="121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1" name="Google Shape;51;p5"/>
          <p:cNvSpPr txBox="1"/>
          <p:nvPr>
            <p:ph idx="4" type="subTitle"/>
          </p:nvPr>
        </p:nvSpPr>
        <p:spPr>
          <a:xfrm>
            <a:off x="4683250" y="2686775"/>
            <a:ext cx="3447300" cy="121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2" name="Google Shape;5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53" name="Google Shape;53;p5"/>
          <p:cNvPicPr preferRelativeResize="0"/>
          <p:nvPr/>
        </p:nvPicPr>
        <p:blipFill>
          <a:blip r:embed="rId2">
            <a:alphaModFix/>
          </a:blip>
          <a:stretch>
            <a:fillRect/>
          </a:stretch>
        </p:blipFill>
        <p:spPr>
          <a:xfrm>
            <a:off x="-224639" y="-126362"/>
            <a:ext cx="9593277" cy="5396224"/>
          </a:xfrm>
          <a:prstGeom prst="rect">
            <a:avLst/>
          </a:prstGeom>
          <a:noFill/>
          <a:ln>
            <a:noFill/>
          </a:ln>
        </p:spPr>
      </p:pic>
      <p:sp>
        <p:nvSpPr>
          <p:cNvPr id="54" name="Google Shape;54;p5"/>
          <p:cNvSpPr/>
          <p:nvPr/>
        </p:nvSpPr>
        <p:spPr>
          <a:xfrm>
            <a:off x="8504775" y="410402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55" name="Google Shape;55;p5"/>
          <p:cNvSpPr/>
          <p:nvPr/>
        </p:nvSpPr>
        <p:spPr>
          <a:xfrm>
            <a:off x="8352375" y="4256450"/>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56" name="Google Shape;56;p5"/>
          <p:cNvSpPr/>
          <p:nvPr/>
        </p:nvSpPr>
        <p:spPr>
          <a:xfrm>
            <a:off x="8504775" y="440887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pic>
        <p:nvPicPr>
          <p:cNvPr id="57" name="Google Shape;57;p5"/>
          <p:cNvPicPr preferRelativeResize="0"/>
          <p:nvPr/>
        </p:nvPicPr>
        <p:blipFill rotWithShape="1">
          <a:blip r:embed="rId3">
            <a:alphaModFix amt="70000"/>
          </a:blip>
          <a:srcRect b="42243" l="0" r="46170" t="0"/>
          <a:stretch/>
        </p:blipFill>
        <p:spPr>
          <a:xfrm flipH="1">
            <a:off x="5856008" y="0"/>
            <a:ext cx="3287992" cy="1984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60" name="Google Shape;60;p6"/>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61" name="Google Shape;61;p6"/>
          <p:cNvPicPr preferRelativeResize="0"/>
          <p:nvPr/>
        </p:nvPicPr>
        <p:blipFill rotWithShape="1">
          <a:blip r:embed="rId3">
            <a:alphaModFix amt="60000"/>
          </a:blip>
          <a:srcRect b="0" l="38540" r="0" t="43939"/>
          <a:stretch/>
        </p:blipFill>
        <p:spPr>
          <a:xfrm flipH="1">
            <a:off x="0" y="2807025"/>
            <a:ext cx="4553876" cy="23364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sp>
        <p:nvSpPr>
          <p:cNvPr id="63" name="Google Shape;63;p7"/>
          <p:cNvSpPr txBox="1"/>
          <p:nvPr>
            <p:ph type="title"/>
          </p:nvPr>
        </p:nvSpPr>
        <p:spPr>
          <a:xfrm>
            <a:off x="720000" y="445025"/>
            <a:ext cx="4549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p:txBody>
      </p:sp>
      <p:sp>
        <p:nvSpPr>
          <p:cNvPr id="64" name="Google Shape;64;p7"/>
          <p:cNvSpPr txBox="1"/>
          <p:nvPr>
            <p:ph idx="1" type="body"/>
          </p:nvPr>
        </p:nvSpPr>
        <p:spPr>
          <a:xfrm>
            <a:off x="720000" y="1547575"/>
            <a:ext cx="4549500" cy="26646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Open Sans Light"/>
              <a:buChar char="●"/>
              <a:defRPr/>
            </a:lvl1pPr>
            <a:lvl2pPr indent="-304800" lvl="1" marL="914400" rtl="0">
              <a:lnSpc>
                <a:spcPct val="100000"/>
              </a:lnSpc>
              <a:spcBef>
                <a:spcPts val="0"/>
              </a:spcBef>
              <a:spcAft>
                <a:spcPts val="0"/>
              </a:spcAft>
              <a:buClr>
                <a:srgbClr val="E76A28"/>
              </a:buClr>
              <a:buSzPts val="1200"/>
              <a:buFont typeface="Open Sans Light"/>
              <a:buChar char="○"/>
              <a:defRPr/>
            </a:lvl2pPr>
            <a:lvl3pPr indent="-304800" lvl="2" marL="1371600" rtl="0">
              <a:lnSpc>
                <a:spcPct val="100000"/>
              </a:lnSpc>
              <a:spcBef>
                <a:spcPts val="0"/>
              </a:spcBef>
              <a:spcAft>
                <a:spcPts val="0"/>
              </a:spcAft>
              <a:buClr>
                <a:srgbClr val="E76A28"/>
              </a:buClr>
              <a:buSzPts val="1200"/>
              <a:buFont typeface="Open Sans Light"/>
              <a:buChar char="■"/>
              <a:defRPr/>
            </a:lvl3pPr>
            <a:lvl4pPr indent="-304800" lvl="3" marL="1828800" rtl="0">
              <a:lnSpc>
                <a:spcPct val="100000"/>
              </a:lnSpc>
              <a:spcBef>
                <a:spcPts val="0"/>
              </a:spcBef>
              <a:spcAft>
                <a:spcPts val="0"/>
              </a:spcAft>
              <a:buClr>
                <a:srgbClr val="E76A28"/>
              </a:buClr>
              <a:buSzPts val="1200"/>
              <a:buFont typeface="Open Sans Light"/>
              <a:buChar char="●"/>
              <a:defRPr/>
            </a:lvl4pPr>
            <a:lvl5pPr indent="-304800" lvl="4" marL="2286000" rtl="0">
              <a:lnSpc>
                <a:spcPct val="100000"/>
              </a:lnSpc>
              <a:spcBef>
                <a:spcPts val="0"/>
              </a:spcBef>
              <a:spcAft>
                <a:spcPts val="0"/>
              </a:spcAft>
              <a:buClr>
                <a:srgbClr val="E76A28"/>
              </a:buClr>
              <a:buSzPts val="1200"/>
              <a:buFont typeface="Open Sans Light"/>
              <a:buChar char="○"/>
              <a:defRPr/>
            </a:lvl5pPr>
            <a:lvl6pPr indent="-304800" lvl="5" marL="2743200" rtl="0">
              <a:lnSpc>
                <a:spcPct val="100000"/>
              </a:lnSpc>
              <a:spcBef>
                <a:spcPts val="0"/>
              </a:spcBef>
              <a:spcAft>
                <a:spcPts val="0"/>
              </a:spcAft>
              <a:buClr>
                <a:srgbClr val="999999"/>
              </a:buClr>
              <a:buSzPts val="1200"/>
              <a:buFont typeface="Open Sans Light"/>
              <a:buChar char="■"/>
              <a:defRPr/>
            </a:lvl6pPr>
            <a:lvl7pPr indent="-304800" lvl="6" marL="3200400" rtl="0">
              <a:lnSpc>
                <a:spcPct val="100000"/>
              </a:lnSpc>
              <a:spcBef>
                <a:spcPts val="0"/>
              </a:spcBef>
              <a:spcAft>
                <a:spcPts val="0"/>
              </a:spcAft>
              <a:buClr>
                <a:srgbClr val="999999"/>
              </a:buClr>
              <a:buSzPts val="1200"/>
              <a:buFont typeface="Open Sans Light"/>
              <a:buChar char="●"/>
              <a:defRPr/>
            </a:lvl7pPr>
            <a:lvl8pPr indent="-304800" lvl="7" marL="3657600" rtl="0">
              <a:lnSpc>
                <a:spcPct val="100000"/>
              </a:lnSpc>
              <a:spcBef>
                <a:spcPts val="0"/>
              </a:spcBef>
              <a:spcAft>
                <a:spcPts val="0"/>
              </a:spcAft>
              <a:buClr>
                <a:srgbClr val="999999"/>
              </a:buClr>
              <a:buSzPts val="1200"/>
              <a:buFont typeface="Open Sans Light"/>
              <a:buChar char="○"/>
              <a:defRPr/>
            </a:lvl8pPr>
            <a:lvl9pPr indent="-304800" lvl="8" marL="4114800" rtl="0">
              <a:lnSpc>
                <a:spcPct val="100000"/>
              </a:lnSpc>
              <a:spcBef>
                <a:spcPts val="0"/>
              </a:spcBef>
              <a:spcAft>
                <a:spcPts val="0"/>
              </a:spcAft>
              <a:buClr>
                <a:srgbClr val="999999"/>
              </a:buClr>
              <a:buSzPts val="1200"/>
              <a:buFont typeface="Open Sans Light"/>
              <a:buChar char="■"/>
              <a:defRPr/>
            </a:lvl9pPr>
          </a:lstStyle>
          <a:p/>
        </p:txBody>
      </p:sp>
      <p:sp>
        <p:nvSpPr>
          <p:cNvPr id="65" name="Google Shape;65;p7"/>
          <p:cNvSpPr/>
          <p:nvPr>
            <p:ph idx="2" type="pic"/>
          </p:nvPr>
        </p:nvSpPr>
        <p:spPr>
          <a:xfrm>
            <a:off x="5831400" y="756200"/>
            <a:ext cx="2526600" cy="3699600"/>
          </a:xfrm>
          <a:prstGeom prst="snip1Rect">
            <a:avLst>
              <a:gd fmla="val 16667" name="adj"/>
            </a:avLst>
          </a:prstGeom>
          <a:noFill/>
          <a:ln cap="flat" cmpd="sng" w="9525">
            <a:solidFill>
              <a:schemeClr val="lt2"/>
            </a:solidFill>
            <a:prstDash val="solid"/>
            <a:round/>
            <a:headEnd len="sm" w="sm" type="none"/>
            <a:tailEnd len="sm" w="sm" type="none"/>
          </a:ln>
        </p:spPr>
      </p:sp>
      <p:pic>
        <p:nvPicPr>
          <p:cNvPr id="66" name="Google Shape;66;p7"/>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67" name="Google Shape;67;p7"/>
          <p:cNvPicPr preferRelativeResize="0"/>
          <p:nvPr/>
        </p:nvPicPr>
        <p:blipFill rotWithShape="1">
          <a:blip r:embed="rId3">
            <a:alphaModFix amt="60000"/>
          </a:blip>
          <a:srcRect b="0" l="38540" r="0" t="43939"/>
          <a:stretch/>
        </p:blipFill>
        <p:spPr>
          <a:xfrm flipH="1">
            <a:off x="0" y="2807025"/>
            <a:ext cx="4553876" cy="23364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pic>
        <p:nvPicPr>
          <p:cNvPr id="69" name="Google Shape;69;p8"/>
          <p:cNvPicPr preferRelativeResize="0"/>
          <p:nvPr/>
        </p:nvPicPr>
        <p:blipFill>
          <a:blip r:embed="rId2">
            <a:alphaModFix amt="60000"/>
          </a:blip>
          <a:stretch>
            <a:fillRect/>
          </a:stretch>
        </p:blipFill>
        <p:spPr>
          <a:xfrm>
            <a:off x="0" y="0"/>
            <a:ext cx="9144003" cy="5143501"/>
          </a:xfrm>
          <a:prstGeom prst="rect">
            <a:avLst/>
          </a:prstGeom>
          <a:noFill/>
          <a:ln>
            <a:noFill/>
          </a:ln>
        </p:spPr>
      </p:pic>
      <p:pic>
        <p:nvPicPr>
          <p:cNvPr id="70" name="Google Shape;70;p8"/>
          <p:cNvPicPr preferRelativeResize="0"/>
          <p:nvPr/>
        </p:nvPicPr>
        <p:blipFill>
          <a:blip r:embed="rId3">
            <a:alphaModFix/>
          </a:blip>
          <a:stretch>
            <a:fillRect/>
          </a:stretch>
        </p:blipFill>
        <p:spPr>
          <a:xfrm>
            <a:off x="-330675" y="-145538"/>
            <a:ext cx="9557898" cy="5376326"/>
          </a:xfrm>
          <a:prstGeom prst="rect">
            <a:avLst/>
          </a:prstGeom>
          <a:noFill/>
          <a:ln>
            <a:noFill/>
          </a:ln>
        </p:spPr>
      </p:pic>
      <p:sp>
        <p:nvSpPr>
          <p:cNvPr id="71" name="Google Shape;71;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pic>
        <p:nvPicPr>
          <p:cNvPr id="73" name="Google Shape;73;p9"/>
          <p:cNvPicPr preferRelativeResize="0"/>
          <p:nvPr/>
        </p:nvPicPr>
        <p:blipFill>
          <a:blip r:embed="rId2">
            <a:alphaModFix amt="60000"/>
          </a:blip>
          <a:stretch>
            <a:fillRect/>
          </a:stretch>
        </p:blipFill>
        <p:spPr>
          <a:xfrm>
            <a:off x="0" y="0"/>
            <a:ext cx="9144003" cy="5143501"/>
          </a:xfrm>
          <a:prstGeom prst="rect">
            <a:avLst/>
          </a:prstGeom>
          <a:noFill/>
          <a:ln>
            <a:noFill/>
          </a:ln>
        </p:spPr>
      </p:pic>
      <p:pic>
        <p:nvPicPr>
          <p:cNvPr id="74" name="Google Shape;74;p9"/>
          <p:cNvPicPr preferRelativeResize="0"/>
          <p:nvPr/>
        </p:nvPicPr>
        <p:blipFill>
          <a:blip r:embed="rId3">
            <a:alphaModFix/>
          </a:blip>
          <a:stretch>
            <a:fillRect/>
          </a:stretch>
        </p:blipFill>
        <p:spPr>
          <a:xfrm>
            <a:off x="-330675" y="-145538"/>
            <a:ext cx="9557898" cy="5376326"/>
          </a:xfrm>
          <a:prstGeom prst="rect">
            <a:avLst/>
          </a:prstGeom>
          <a:noFill/>
          <a:ln>
            <a:noFill/>
          </a:ln>
        </p:spPr>
      </p:pic>
      <p:sp>
        <p:nvSpPr>
          <p:cNvPr id="75" name="Google Shape;75;p9"/>
          <p:cNvSpPr txBox="1"/>
          <p:nvPr>
            <p:ph type="title"/>
          </p:nvPr>
        </p:nvSpPr>
        <p:spPr>
          <a:xfrm>
            <a:off x="2241425" y="12931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6" name="Google Shape;76;p9"/>
          <p:cNvSpPr txBox="1"/>
          <p:nvPr>
            <p:ph idx="1" type="subTitle"/>
          </p:nvPr>
        </p:nvSpPr>
        <p:spPr>
          <a:xfrm>
            <a:off x="2241475" y="2168600"/>
            <a:ext cx="4661100" cy="168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7" name="Shape 77"/>
        <p:cNvGrpSpPr/>
        <p:nvPr/>
      </p:nvGrpSpPr>
      <p:grpSpPr>
        <a:xfrm>
          <a:off x="0" y="0"/>
          <a:ext cx="0" cy="0"/>
          <a:chOff x="0" y="0"/>
          <a:chExt cx="0" cy="0"/>
        </a:xfrm>
      </p:grpSpPr>
      <p:sp>
        <p:nvSpPr>
          <p:cNvPr id="78" name="Google Shape;78;p10"/>
          <p:cNvSpPr/>
          <p:nvPr>
            <p:ph idx="2" type="pic"/>
          </p:nvPr>
        </p:nvSpPr>
        <p:spPr>
          <a:xfrm>
            <a:off x="0" y="0"/>
            <a:ext cx="9144000" cy="5143500"/>
          </a:xfrm>
          <a:prstGeom prst="rect">
            <a:avLst/>
          </a:prstGeom>
          <a:noFill/>
          <a:ln>
            <a:noFill/>
          </a:ln>
        </p:spPr>
      </p:sp>
      <p:sp>
        <p:nvSpPr>
          <p:cNvPr id="79" name="Google Shape;79;p10"/>
          <p:cNvSpPr txBox="1"/>
          <p:nvPr>
            <p:ph type="title"/>
          </p:nvPr>
        </p:nvSpPr>
        <p:spPr>
          <a:xfrm>
            <a:off x="720000" y="4104775"/>
            <a:ext cx="7704000" cy="503700"/>
          </a:xfrm>
          <a:prstGeom prst="rect">
            <a:avLst/>
          </a:prstGeom>
          <a:solidFill>
            <a:schemeClr val="lt1"/>
          </a:solidFill>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000"/>
              <a:buNone/>
              <a:defRPr sz="24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0" name="Shape 80"/>
        <p:cNvGrpSpPr/>
        <p:nvPr/>
      </p:nvGrpSpPr>
      <p:grpSpPr>
        <a:xfrm>
          <a:off x="0" y="0"/>
          <a:ext cx="0" cy="0"/>
          <a:chOff x="0" y="0"/>
          <a:chExt cx="0" cy="0"/>
        </a:xfrm>
      </p:grpSpPr>
      <p:pic>
        <p:nvPicPr>
          <p:cNvPr id="81" name="Google Shape;81;p11"/>
          <p:cNvPicPr preferRelativeResize="0"/>
          <p:nvPr/>
        </p:nvPicPr>
        <p:blipFill>
          <a:blip r:embed="rId2">
            <a:alphaModFix amt="60000"/>
          </a:blip>
          <a:stretch>
            <a:fillRect/>
          </a:stretch>
        </p:blipFill>
        <p:spPr>
          <a:xfrm>
            <a:off x="0" y="0"/>
            <a:ext cx="9144003" cy="5143501"/>
          </a:xfrm>
          <a:prstGeom prst="rect">
            <a:avLst/>
          </a:prstGeom>
          <a:noFill/>
          <a:ln>
            <a:noFill/>
          </a:ln>
        </p:spPr>
      </p:pic>
      <p:pic>
        <p:nvPicPr>
          <p:cNvPr id="82" name="Google Shape;82;p11"/>
          <p:cNvPicPr preferRelativeResize="0"/>
          <p:nvPr/>
        </p:nvPicPr>
        <p:blipFill>
          <a:blip r:embed="rId3">
            <a:alphaModFix/>
          </a:blip>
          <a:stretch>
            <a:fillRect/>
          </a:stretch>
        </p:blipFill>
        <p:spPr>
          <a:xfrm>
            <a:off x="-330675" y="-145538"/>
            <a:ext cx="9557898" cy="5376326"/>
          </a:xfrm>
          <a:prstGeom prst="rect">
            <a:avLst/>
          </a:prstGeom>
          <a:noFill/>
          <a:ln>
            <a:noFill/>
          </a:ln>
        </p:spPr>
      </p:pic>
      <p:sp>
        <p:nvSpPr>
          <p:cNvPr id="83" name="Google Shape;83;p11"/>
          <p:cNvSpPr txBox="1"/>
          <p:nvPr>
            <p:ph hasCustomPrompt="1" type="title"/>
          </p:nvPr>
        </p:nvSpPr>
        <p:spPr>
          <a:xfrm>
            <a:off x="1572500" y="1125725"/>
            <a:ext cx="61068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4" name="Google Shape;84;p11"/>
          <p:cNvSpPr txBox="1"/>
          <p:nvPr>
            <p:ph idx="1" type="subTitle"/>
          </p:nvPr>
        </p:nvSpPr>
        <p:spPr>
          <a:xfrm>
            <a:off x="1572500" y="2823154"/>
            <a:ext cx="6106800" cy="713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85" name="Google Shape;85;p11"/>
          <p:cNvGrpSpPr/>
          <p:nvPr/>
        </p:nvGrpSpPr>
        <p:grpSpPr>
          <a:xfrm>
            <a:off x="8776650" y="3054575"/>
            <a:ext cx="74100" cy="1788450"/>
            <a:chOff x="8657175" y="772575"/>
            <a:chExt cx="74100" cy="1788450"/>
          </a:xfrm>
        </p:grpSpPr>
        <p:sp>
          <p:nvSpPr>
            <p:cNvPr id="86" name="Google Shape;86;p11"/>
            <p:cNvSpPr/>
            <p:nvPr/>
          </p:nvSpPr>
          <p:spPr>
            <a:xfrm>
              <a:off x="8657175" y="772575"/>
              <a:ext cx="74100" cy="142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87" name="Google Shape;87;p11"/>
            <p:cNvSpPr/>
            <p:nvPr/>
          </p:nvSpPr>
          <p:spPr>
            <a:xfrm>
              <a:off x="8657175" y="2304150"/>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88" name="Google Shape;88;p11"/>
            <p:cNvSpPr/>
            <p:nvPr/>
          </p:nvSpPr>
          <p:spPr>
            <a:xfrm>
              <a:off x="8657175" y="2483925"/>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grpSp>
      <p:grpSp>
        <p:nvGrpSpPr>
          <p:cNvPr id="89" name="Google Shape;89;p11"/>
          <p:cNvGrpSpPr/>
          <p:nvPr/>
        </p:nvGrpSpPr>
        <p:grpSpPr>
          <a:xfrm>
            <a:off x="205650" y="308475"/>
            <a:ext cx="150300" cy="378950"/>
            <a:chOff x="205650" y="308475"/>
            <a:chExt cx="150300" cy="378950"/>
          </a:xfrm>
        </p:grpSpPr>
        <p:sp>
          <p:nvSpPr>
            <p:cNvPr id="90" name="Google Shape;90;p11"/>
            <p:cNvSpPr/>
            <p:nvPr/>
          </p:nvSpPr>
          <p:spPr>
            <a:xfrm>
              <a:off x="205650" y="30847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91" name="Google Shape;91;p11"/>
            <p:cNvSpPr/>
            <p:nvPr/>
          </p:nvSpPr>
          <p:spPr>
            <a:xfrm>
              <a:off x="281850" y="460900"/>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92" name="Google Shape;92;p11"/>
            <p:cNvSpPr/>
            <p:nvPr/>
          </p:nvSpPr>
          <p:spPr>
            <a:xfrm>
              <a:off x="205650" y="61332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93" name="Shape 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4" name="Shape 94"/>
        <p:cNvGrpSpPr/>
        <p:nvPr/>
      </p:nvGrpSpPr>
      <p:grpSpPr>
        <a:xfrm>
          <a:off x="0" y="0"/>
          <a:ext cx="0" cy="0"/>
          <a:chOff x="0" y="0"/>
          <a:chExt cx="0" cy="0"/>
        </a:xfrm>
      </p:grpSpPr>
      <p:sp>
        <p:nvSpPr>
          <p:cNvPr id="95" name="Google Shape;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6" name="Google Shape;96;p13"/>
          <p:cNvSpPr txBox="1"/>
          <p:nvPr>
            <p:ph hasCustomPrompt="1" idx="2" type="title"/>
          </p:nvPr>
        </p:nvSpPr>
        <p:spPr>
          <a:xfrm>
            <a:off x="862325" y="1480883"/>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p:nvPr>
            <p:ph hasCustomPrompt="1" idx="3" type="title"/>
          </p:nvPr>
        </p:nvSpPr>
        <p:spPr>
          <a:xfrm>
            <a:off x="862325" y="29142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p:nvPr>
            <p:ph hasCustomPrompt="1" idx="4" type="title"/>
          </p:nvPr>
        </p:nvSpPr>
        <p:spPr>
          <a:xfrm>
            <a:off x="3554100" y="1480883"/>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9" name="Google Shape;99;p13"/>
          <p:cNvSpPr txBox="1"/>
          <p:nvPr>
            <p:ph hasCustomPrompt="1" idx="5" type="title"/>
          </p:nvPr>
        </p:nvSpPr>
        <p:spPr>
          <a:xfrm>
            <a:off x="3554100" y="29142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p:nvPr>
            <p:ph hasCustomPrompt="1" idx="6" type="title"/>
          </p:nvPr>
        </p:nvSpPr>
        <p:spPr>
          <a:xfrm>
            <a:off x="6260875" y="1480883"/>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p:nvPr>
            <p:ph hasCustomPrompt="1" idx="7" type="title"/>
          </p:nvPr>
        </p:nvSpPr>
        <p:spPr>
          <a:xfrm>
            <a:off x="6260875" y="29142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26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p:nvPr>
            <p:ph idx="1" type="subTitle"/>
          </p:nvPr>
        </p:nvSpPr>
        <p:spPr>
          <a:xfrm>
            <a:off x="862325" y="1984475"/>
            <a:ext cx="2035800" cy="67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sz="1600">
                <a:solidFill>
                  <a:schemeClr val="dk1"/>
                </a:solidFill>
                <a:latin typeface="Orbitron"/>
                <a:ea typeface="Orbitron"/>
                <a:cs typeface="Orbitron"/>
                <a:sym typeface="Orbitron"/>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3" name="Google Shape;103;p13"/>
          <p:cNvSpPr txBox="1"/>
          <p:nvPr>
            <p:ph idx="8" type="subTitle"/>
          </p:nvPr>
        </p:nvSpPr>
        <p:spPr>
          <a:xfrm>
            <a:off x="3554100" y="1984475"/>
            <a:ext cx="2035800" cy="67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sz="1600">
                <a:solidFill>
                  <a:schemeClr val="dk1"/>
                </a:solidFill>
                <a:latin typeface="Orbitron"/>
                <a:ea typeface="Orbitron"/>
                <a:cs typeface="Orbitron"/>
                <a:sym typeface="Orbitron"/>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4" name="Google Shape;104;p13"/>
          <p:cNvSpPr txBox="1"/>
          <p:nvPr>
            <p:ph idx="9" type="subTitle"/>
          </p:nvPr>
        </p:nvSpPr>
        <p:spPr>
          <a:xfrm>
            <a:off x="6260875" y="1984475"/>
            <a:ext cx="2020800" cy="67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sz="1600">
                <a:solidFill>
                  <a:schemeClr val="dk1"/>
                </a:solidFill>
                <a:latin typeface="Orbitron"/>
                <a:ea typeface="Orbitron"/>
                <a:cs typeface="Orbitron"/>
                <a:sym typeface="Orbitron"/>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5" name="Google Shape;105;p13"/>
          <p:cNvSpPr txBox="1"/>
          <p:nvPr>
            <p:ph idx="13" type="subTitle"/>
          </p:nvPr>
        </p:nvSpPr>
        <p:spPr>
          <a:xfrm>
            <a:off x="862325" y="3417950"/>
            <a:ext cx="2035800" cy="67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sz="1600">
                <a:solidFill>
                  <a:schemeClr val="dk1"/>
                </a:solidFill>
                <a:latin typeface="Orbitron"/>
                <a:ea typeface="Orbitron"/>
                <a:cs typeface="Orbitron"/>
                <a:sym typeface="Orbitron"/>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6" name="Google Shape;106;p13"/>
          <p:cNvSpPr txBox="1"/>
          <p:nvPr>
            <p:ph idx="14" type="subTitle"/>
          </p:nvPr>
        </p:nvSpPr>
        <p:spPr>
          <a:xfrm>
            <a:off x="3554100" y="3417950"/>
            <a:ext cx="2017200" cy="67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sz="1600">
                <a:solidFill>
                  <a:schemeClr val="dk1"/>
                </a:solidFill>
                <a:latin typeface="Orbitron"/>
                <a:ea typeface="Orbitron"/>
                <a:cs typeface="Orbitron"/>
                <a:sym typeface="Orbitron"/>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7" name="Google Shape;107;p13"/>
          <p:cNvSpPr txBox="1"/>
          <p:nvPr>
            <p:ph idx="15" type="subTitle"/>
          </p:nvPr>
        </p:nvSpPr>
        <p:spPr>
          <a:xfrm>
            <a:off x="6260875" y="3417950"/>
            <a:ext cx="2020800" cy="67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000"/>
              <a:buFont typeface="Raleway"/>
              <a:buNone/>
              <a:defRPr sz="1600">
                <a:solidFill>
                  <a:schemeClr val="dk1"/>
                </a:solidFill>
                <a:latin typeface="Orbitron"/>
                <a:ea typeface="Orbitron"/>
                <a:cs typeface="Orbitron"/>
                <a:sym typeface="Orbitron"/>
              </a:defRPr>
            </a:lvl1pPr>
            <a:lvl2pPr lvl="1" rtl="0">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pic>
        <p:nvPicPr>
          <p:cNvPr id="108" name="Google Shape;108;p13"/>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09" name="Google Shape;109;p13"/>
          <p:cNvPicPr preferRelativeResize="0"/>
          <p:nvPr/>
        </p:nvPicPr>
        <p:blipFill rotWithShape="1">
          <a:blip r:embed="rId3">
            <a:alphaModFix amt="70000"/>
          </a:blip>
          <a:srcRect b="42243" l="0" r="46170" t="0"/>
          <a:stretch/>
        </p:blipFill>
        <p:spPr>
          <a:xfrm flipH="1">
            <a:off x="5856008" y="0"/>
            <a:ext cx="3287992" cy="1984476"/>
          </a:xfrm>
          <a:prstGeom prst="rect">
            <a:avLst/>
          </a:prstGeom>
          <a:noFill/>
          <a:ln>
            <a:noFill/>
          </a:ln>
        </p:spPr>
      </p:pic>
      <p:sp>
        <p:nvSpPr>
          <p:cNvPr id="110" name="Google Shape;110;p13"/>
          <p:cNvSpPr/>
          <p:nvPr/>
        </p:nvSpPr>
        <p:spPr>
          <a:xfrm>
            <a:off x="8504775" y="418022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11" name="Google Shape;111;p13"/>
          <p:cNvSpPr/>
          <p:nvPr/>
        </p:nvSpPr>
        <p:spPr>
          <a:xfrm>
            <a:off x="8352375" y="4332650"/>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12" name="Google Shape;112;p13"/>
          <p:cNvSpPr/>
          <p:nvPr/>
        </p:nvSpPr>
        <p:spPr>
          <a:xfrm>
            <a:off x="8504775" y="4485075"/>
            <a:ext cx="74100" cy="74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3" name="Shape 113"/>
        <p:cNvGrpSpPr/>
        <p:nvPr/>
      </p:nvGrpSpPr>
      <p:grpSpPr>
        <a:xfrm>
          <a:off x="0" y="0"/>
          <a:ext cx="0" cy="0"/>
          <a:chOff x="0" y="0"/>
          <a:chExt cx="0" cy="0"/>
        </a:xfrm>
      </p:grpSpPr>
      <p:sp>
        <p:nvSpPr>
          <p:cNvPr id="114" name="Google Shape;114;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115" name="Google Shape;115;p14"/>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16" name="Google Shape;116;p14"/>
          <p:cNvPicPr preferRelativeResize="0"/>
          <p:nvPr/>
        </p:nvPicPr>
        <p:blipFill rotWithShape="1">
          <a:blip r:embed="rId3">
            <a:alphaModFix amt="70000"/>
          </a:blip>
          <a:srcRect b="42243" l="0" r="46170" t="0"/>
          <a:stretch/>
        </p:blipFill>
        <p:spPr>
          <a:xfrm flipH="1">
            <a:off x="5856008" y="0"/>
            <a:ext cx="3287992" cy="198447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17" name="Shape 117"/>
        <p:cNvGrpSpPr/>
        <p:nvPr/>
      </p:nvGrpSpPr>
      <p:grpSpPr>
        <a:xfrm>
          <a:off x="0" y="0"/>
          <a:ext cx="0" cy="0"/>
          <a:chOff x="0" y="0"/>
          <a:chExt cx="0" cy="0"/>
        </a:xfrm>
      </p:grpSpPr>
      <p:sp>
        <p:nvSpPr>
          <p:cNvPr id="118" name="Google Shape;118;p15"/>
          <p:cNvSpPr txBox="1"/>
          <p:nvPr>
            <p:ph idx="1" type="subTitle"/>
          </p:nvPr>
        </p:nvSpPr>
        <p:spPr>
          <a:xfrm flipH="1">
            <a:off x="727300" y="1631503"/>
            <a:ext cx="3161700" cy="117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Font typeface="Raleway"/>
              <a:buNone/>
              <a:defRPr sz="1600">
                <a:latin typeface="Raleway"/>
                <a:ea typeface="Raleway"/>
                <a:cs typeface="Raleway"/>
                <a:sym typeface="Raleway"/>
              </a:defRPr>
            </a:lvl2pPr>
            <a:lvl3pPr lvl="2" rtl="0">
              <a:lnSpc>
                <a:spcPct val="100000"/>
              </a:lnSpc>
              <a:spcBef>
                <a:spcPts val="0"/>
              </a:spcBef>
              <a:spcAft>
                <a:spcPts val="0"/>
              </a:spcAft>
              <a:buSzPts val="1600"/>
              <a:buFont typeface="Raleway"/>
              <a:buNone/>
              <a:defRPr sz="1600">
                <a:latin typeface="Raleway"/>
                <a:ea typeface="Raleway"/>
                <a:cs typeface="Raleway"/>
                <a:sym typeface="Raleway"/>
              </a:defRPr>
            </a:lvl3pPr>
            <a:lvl4pPr lvl="3" rtl="0">
              <a:lnSpc>
                <a:spcPct val="100000"/>
              </a:lnSpc>
              <a:spcBef>
                <a:spcPts val="0"/>
              </a:spcBef>
              <a:spcAft>
                <a:spcPts val="0"/>
              </a:spcAft>
              <a:buSzPts val="1600"/>
              <a:buFont typeface="Raleway"/>
              <a:buNone/>
              <a:defRPr sz="1600">
                <a:latin typeface="Raleway"/>
                <a:ea typeface="Raleway"/>
                <a:cs typeface="Raleway"/>
                <a:sym typeface="Raleway"/>
              </a:defRPr>
            </a:lvl4pPr>
            <a:lvl5pPr lvl="4" rtl="0">
              <a:lnSpc>
                <a:spcPct val="100000"/>
              </a:lnSpc>
              <a:spcBef>
                <a:spcPts val="0"/>
              </a:spcBef>
              <a:spcAft>
                <a:spcPts val="0"/>
              </a:spcAft>
              <a:buSzPts val="1600"/>
              <a:buFont typeface="Raleway"/>
              <a:buNone/>
              <a:defRPr sz="1600">
                <a:latin typeface="Raleway"/>
                <a:ea typeface="Raleway"/>
                <a:cs typeface="Raleway"/>
                <a:sym typeface="Raleway"/>
              </a:defRPr>
            </a:lvl5pPr>
            <a:lvl6pPr lvl="5" rtl="0">
              <a:lnSpc>
                <a:spcPct val="100000"/>
              </a:lnSpc>
              <a:spcBef>
                <a:spcPts val="0"/>
              </a:spcBef>
              <a:spcAft>
                <a:spcPts val="0"/>
              </a:spcAft>
              <a:buSzPts val="1600"/>
              <a:buFont typeface="Raleway"/>
              <a:buNone/>
              <a:defRPr sz="1600">
                <a:latin typeface="Raleway"/>
                <a:ea typeface="Raleway"/>
                <a:cs typeface="Raleway"/>
                <a:sym typeface="Raleway"/>
              </a:defRPr>
            </a:lvl6pPr>
            <a:lvl7pPr lvl="6" rtl="0">
              <a:lnSpc>
                <a:spcPct val="100000"/>
              </a:lnSpc>
              <a:spcBef>
                <a:spcPts val="0"/>
              </a:spcBef>
              <a:spcAft>
                <a:spcPts val="0"/>
              </a:spcAft>
              <a:buSzPts val="1600"/>
              <a:buFont typeface="Raleway"/>
              <a:buNone/>
              <a:defRPr sz="1600">
                <a:latin typeface="Raleway"/>
                <a:ea typeface="Raleway"/>
                <a:cs typeface="Raleway"/>
                <a:sym typeface="Raleway"/>
              </a:defRPr>
            </a:lvl7pPr>
            <a:lvl8pPr lvl="7" rtl="0">
              <a:lnSpc>
                <a:spcPct val="100000"/>
              </a:lnSpc>
              <a:spcBef>
                <a:spcPts val="0"/>
              </a:spcBef>
              <a:spcAft>
                <a:spcPts val="0"/>
              </a:spcAft>
              <a:buSzPts val="1600"/>
              <a:buFont typeface="Raleway"/>
              <a:buNone/>
              <a:defRPr sz="1600">
                <a:latin typeface="Raleway"/>
                <a:ea typeface="Raleway"/>
                <a:cs typeface="Raleway"/>
                <a:sym typeface="Raleway"/>
              </a:defRPr>
            </a:lvl8pPr>
            <a:lvl9pPr lvl="8" rtl="0">
              <a:lnSpc>
                <a:spcPct val="100000"/>
              </a:lnSpc>
              <a:spcBef>
                <a:spcPts val="0"/>
              </a:spcBef>
              <a:spcAft>
                <a:spcPts val="0"/>
              </a:spcAft>
              <a:buSzPts val="1600"/>
              <a:buFont typeface="Raleway"/>
              <a:buNone/>
              <a:defRPr sz="1600">
                <a:latin typeface="Raleway"/>
                <a:ea typeface="Raleway"/>
                <a:cs typeface="Raleway"/>
                <a:sym typeface="Raleway"/>
              </a:defRPr>
            </a:lvl9pPr>
          </a:lstStyle>
          <a:p/>
        </p:txBody>
      </p:sp>
      <p:sp>
        <p:nvSpPr>
          <p:cNvPr id="119" name="Google Shape;119;p15"/>
          <p:cNvSpPr txBox="1"/>
          <p:nvPr>
            <p:ph type="title"/>
          </p:nvPr>
        </p:nvSpPr>
        <p:spPr>
          <a:xfrm flipH="1">
            <a:off x="727300" y="625225"/>
            <a:ext cx="3161700" cy="101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0" name="Google Shape;120;p15"/>
          <p:cNvSpPr/>
          <p:nvPr>
            <p:ph idx="2" type="pic"/>
          </p:nvPr>
        </p:nvSpPr>
        <p:spPr>
          <a:xfrm flipH="1">
            <a:off x="5755800" y="587675"/>
            <a:ext cx="2745000" cy="3968100"/>
          </a:xfrm>
          <a:prstGeom prst="snip2DiagRect">
            <a:avLst>
              <a:gd fmla="val 0" name="adj1"/>
              <a:gd fmla="val 16667" name="adj2"/>
            </a:avLst>
          </a:prstGeom>
          <a:noFill/>
          <a:ln cap="flat" cmpd="sng" w="9525">
            <a:solidFill>
              <a:schemeClr val="lt2"/>
            </a:solidFill>
            <a:prstDash val="solid"/>
            <a:round/>
            <a:headEnd len="sm" w="sm" type="none"/>
            <a:tailEnd len="sm" w="sm" type="none"/>
          </a:ln>
        </p:spPr>
      </p:sp>
      <p:sp>
        <p:nvSpPr>
          <p:cNvPr id="121" name="Google Shape;121;p15"/>
          <p:cNvSpPr/>
          <p:nvPr>
            <p:ph idx="3" type="pic"/>
          </p:nvPr>
        </p:nvSpPr>
        <p:spPr>
          <a:xfrm flipH="1">
            <a:off x="1344625" y="3117873"/>
            <a:ext cx="4207500" cy="1437900"/>
          </a:xfrm>
          <a:prstGeom prst="snip2DiagRect">
            <a:avLst>
              <a:gd fmla="val 0" name="adj1"/>
              <a:gd fmla="val 16667" name="adj2"/>
            </a:avLst>
          </a:prstGeom>
          <a:noFill/>
          <a:ln cap="flat" cmpd="sng" w="9525">
            <a:solidFill>
              <a:schemeClr val="lt2"/>
            </a:solidFill>
            <a:prstDash val="solid"/>
            <a:round/>
            <a:headEnd len="sm" w="sm" type="none"/>
            <a:tailEnd len="sm" w="sm" type="none"/>
          </a:ln>
        </p:spPr>
      </p:sp>
      <p:sp>
        <p:nvSpPr>
          <p:cNvPr id="122" name="Google Shape;122;p15"/>
          <p:cNvSpPr/>
          <p:nvPr>
            <p:ph idx="4" type="pic"/>
          </p:nvPr>
        </p:nvSpPr>
        <p:spPr>
          <a:xfrm flipH="1">
            <a:off x="4066825" y="587675"/>
            <a:ext cx="1485300" cy="2361900"/>
          </a:xfrm>
          <a:prstGeom prst="snip1Rect">
            <a:avLst>
              <a:gd fmla="val 16667" name="adj"/>
            </a:avLst>
          </a:prstGeom>
          <a:noFill/>
          <a:ln cap="flat" cmpd="sng" w="9525">
            <a:solidFill>
              <a:schemeClr val="lt2"/>
            </a:solidFill>
            <a:prstDash val="solid"/>
            <a:round/>
            <a:headEnd len="sm" w="sm" type="none"/>
            <a:tailEnd len="sm" w="sm" type="none"/>
          </a:ln>
        </p:spPr>
      </p:sp>
      <p:pic>
        <p:nvPicPr>
          <p:cNvPr id="123" name="Google Shape;123;p15"/>
          <p:cNvPicPr preferRelativeResize="0"/>
          <p:nvPr/>
        </p:nvPicPr>
        <p:blipFill>
          <a:blip r:embed="rId2">
            <a:alphaModFix/>
          </a:blip>
          <a:stretch>
            <a:fillRect/>
          </a:stretch>
        </p:blipFill>
        <p:spPr>
          <a:xfrm>
            <a:off x="-224639" y="-126362"/>
            <a:ext cx="9593277" cy="539622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24" name="Shape 124"/>
        <p:cNvGrpSpPr/>
        <p:nvPr/>
      </p:nvGrpSpPr>
      <p:grpSpPr>
        <a:xfrm>
          <a:off x="0" y="0"/>
          <a:ext cx="0" cy="0"/>
          <a:chOff x="0" y="0"/>
          <a:chExt cx="0" cy="0"/>
        </a:xfrm>
      </p:grpSpPr>
      <p:sp>
        <p:nvSpPr>
          <p:cNvPr id="125" name="Google Shape;12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6" name="Google Shape;126;p16"/>
          <p:cNvSpPr txBox="1"/>
          <p:nvPr>
            <p:ph idx="1" type="subTitle"/>
          </p:nvPr>
        </p:nvSpPr>
        <p:spPr>
          <a:xfrm>
            <a:off x="680137" y="1660725"/>
            <a:ext cx="2526900" cy="6936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27" name="Google Shape;127;p16"/>
          <p:cNvSpPr txBox="1"/>
          <p:nvPr>
            <p:ph idx="2" type="subTitle"/>
          </p:nvPr>
        </p:nvSpPr>
        <p:spPr>
          <a:xfrm>
            <a:off x="680137" y="2511900"/>
            <a:ext cx="2526900" cy="16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16"/>
          <p:cNvSpPr txBox="1"/>
          <p:nvPr>
            <p:ph idx="3" type="subTitle"/>
          </p:nvPr>
        </p:nvSpPr>
        <p:spPr>
          <a:xfrm>
            <a:off x="3306163" y="2511900"/>
            <a:ext cx="2526900" cy="16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9" name="Google Shape;129;p16"/>
          <p:cNvSpPr txBox="1"/>
          <p:nvPr>
            <p:ph idx="4" type="subTitle"/>
          </p:nvPr>
        </p:nvSpPr>
        <p:spPr>
          <a:xfrm>
            <a:off x="5936963" y="2511900"/>
            <a:ext cx="2526900" cy="167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0" name="Google Shape;130;p16"/>
          <p:cNvSpPr txBox="1"/>
          <p:nvPr>
            <p:ph idx="5" type="subTitle"/>
          </p:nvPr>
        </p:nvSpPr>
        <p:spPr>
          <a:xfrm>
            <a:off x="3306162" y="1660725"/>
            <a:ext cx="2526900" cy="6936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31" name="Google Shape;131;p16"/>
          <p:cNvSpPr txBox="1"/>
          <p:nvPr>
            <p:ph idx="6" type="subTitle"/>
          </p:nvPr>
        </p:nvSpPr>
        <p:spPr>
          <a:xfrm>
            <a:off x="5936963" y="1660725"/>
            <a:ext cx="2526900" cy="6936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pic>
        <p:nvPicPr>
          <p:cNvPr id="132" name="Google Shape;132;p16"/>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33" name="Google Shape;133;p16"/>
          <p:cNvPicPr preferRelativeResize="0"/>
          <p:nvPr/>
        </p:nvPicPr>
        <p:blipFill rotWithShape="1">
          <a:blip r:embed="rId3">
            <a:alphaModFix amt="60000"/>
          </a:blip>
          <a:srcRect b="0" l="38540" r="0" t="43939"/>
          <a:stretch/>
        </p:blipFill>
        <p:spPr>
          <a:xfrm flipH="1">
            <a:off x="0" y="2807025"/>
            <a:ext cx="4553876" cy="2336475"/>
          </a:xfrm>
          <a:prstGeom prst="rect">
            <a:avLst/>
          </a:prstGeom>
          <a:noFill/>
          <a:ln>
            <a:noFill/>
          </a:ln>
        </p:spPr>
      </p:pic>
      <p:sp>
        <p:nvSpPr>
          <p:cNvPr id="134" name="Google Shape;134;p16"/>
          <p:cNvSpPr/>
          <p:nvPr/>
        </p:nvSpPr>
        <p:spPr>
          <a:xfrm>
            <a:off x="8058350" y="4608500"/>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35" name="Google Shape;135;p16"/>
          <p:cNvSpPr/>
          <p:nvPr/>
        </p:nvSpPr>
        <p:spPr>
          <a:xfrm>
            <a:off x="8192649" y="4608500"/>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36" name="Google Shape;136;p16"/>
          <p:cNvSpPr/>
          <p:nvPr/>
        </p:nvSpPr>
        <p:spPr>
          <a:xfrm>
            <a:off x="8326949" y="4608500"/>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37" name="Google Shape;137;p16"/>
          <p:cNvSpPr/>
          <p:nvPr/>
        </p:nvSpPr>
        <p:spPr>
          <a:xfrm>
            <a:off x="8461248" y="4608500"/>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38" name="Shape 138"/>
        <p:cNvGrpSpPr/>
        <p:nvPr/>
      </p:nvGrpSpPr>
      <p:grpSpPr>
        <a:xfrm>
          <a:off x="0" y="0"/>
          <a:ext cx="0" cy="0"/>
          <a:chOff x="0" y="0"/>
          <a:chExt cx="0" cy="0"/>
        </a:xfrm>
      </p:grpSpPr>
      <p:sp>
        <p:nvSpPr>
          <p:cNvPr id="139" name="Google Shape;13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0" name="Google Shape;140;p17"/>
          <p:cNvSpPr txBox="1"/>
          <p:nvPr>
            <p:ph idx="1" type="subTitle"/>
          </p:nvPr>
        </p:nvSpPr>
        <p:spPr>
          <a:xfrm>
            <a:off x="2258453" y="1656375"/>
            <a:ext cx="53409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41" name="Google Shape;141;p17"/>
          <p:cNvSpPr txBox="1"/>
          <p:nvPr>
            <p:ph idx="2" type="subTitle"/>
          </p:nvPr>
        </p:nvSpPr>
        <p:spPr>
          <a:xfrm>
            <a:off x="2258453" y="2876075"/>
            <a:ext cx="53409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42" name="Google Shape;142;p17"/>
          <p:cNvSpPr txBox="1"/>
          <p:nvPr>
            <p:ph idx="3" type="subTitle"/>
          </p:nvPr>
        </p:nvSpPr>
        <p:spPr>
          <a:xfrm>
            <a:off x="2258453" y="4095775"/>
            <a:ext cx="5340900" cy="52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Raleway"/>
              <a:buNone/>
              <a:defRPr b="1" sz="1800">
                <a:solidFill>
                  <a:schemeClr val="dk1"/>
                </a:solidFill>
                <a:latin typeface="Raleway"/>
                <a:ea typeface="Raleway"/>
                <a:cs typeface="Raleway"/>
                <a:sym typeface="Raleway"/>
              </a:defRPr>
            </a:lvl1pPr>
            <a:lvl2pPr lvl="1"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43" name="Google Shape;143;p17"/>
          <p:cNvSpPr txBox="1"/>
          <p:nvPr>
            <p:ph idx="4" type="subTitle"/>
          </p:nvPr>
        </p:nvSpPr>
        <p:spPr>
          <a:xfrm>
            <a:off x="2258453" y="1135025"/>
            <a:ext cx="53409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4" name="Google Shape;144;p17"/>
          <p:cNvSpPr txBox="1"/>
          <p:nvPr>
            <p:ph idx="5" type="subTitle"/>
          </p:nvPr>
        </p:nvSpPr>
        <p:spPr>
          <a:xfrm>
            <a:off x="2258453" y="2354730"/>
            <a:ext cx="53409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5" name="Google Shape;145;p17"/>
          <p:cNvSpPr txBox="1"/>
          <p:nvPr>
            <p:ph idx="6" type="subTitle"/>
          </p:nvPr>
        </p:nvSpPr>
        <p:spPr>
          <a:xfrm>
            <a:off x="2258453" y="3574435"/>
            <a:ext cx="5340900" cy="45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pic>
        <p:nvPicPr>
          <p:cNvPr id="146" name="Google Shape;146;p17"/>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47" name="Google Shape;147;p17"/>
          <p:cNvPicPr preferRelativeResize="0"/>
          <p:nvPr/>
        </p:nvPicPr>
        <p:blipFill rotWithShape="1">
          <a:blip r:embed="rId3">
            <a:alphaModFix amt="60000"/>
          </a:blip>
          <a:srcRect b="0" l="38540" r="0" t="43939"/>
          <a:stretch/>
        </p:blipFill>
        <p:spPr>
          <a:xfrm flipH="1">
            <a:off x="0" y="2807025"/>
            <a:ext cx="4553876" cy="23364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48" name="Shape 148"/>
        <p:cNvGrpSpPr/>
        <p:nvPr/>
      </p:nvGrpSpPr>
      <p:grpSpPr>
        <a:xfrm>
          <a:off x="0" y="0"/>
          <a:ext cx="0" cy="0"/>
          <a:chOff x="0" y="0"/>
          <a:chExt cx="0" cy="0"/>
        </a:xfrm>
      </p:grpSpPr>
      <p:sp>
        <p:nvSpPr>
          <p:cNvPr id="149" name="Google Shape;14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0" name="Google Shape;150;p18"/>
          <p:cNvSpPr txBox="1"/>
          <p:nvPr>
            <p:ph idx="1" type="subTitle"/>
          </p:nvPr>
        </p:nvSpPr>
        <p:spPr>
          <a:xfrm>
            <a:off x="1055850" y="1306475"/>
            <a:ext cx="30483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51" name="Google Shape;151;p18"/>
          <p:cNvSpPr txBox="1"/>
          <p:nvPr>
            <p:ph idx="2" type="subTitle"/>
          </p:nvPr>
        </p:nvSpPr>
        <p:spPr>
          <a:xfrm>
            <a:off x="1055850" y="1832375"/>
            <a:ext cx="30483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2" name="Google Shape;152;p18"/>
          <p:cNvSpPr txBox="1"/>
          <p:nvPr>
            <p:ph idx="3" type="subTitle"/>
          </p:nvPr>
        </p:nvSpPr>
        <p:spPr>
          <a:xfrm>
            <a:off x="5039850" y="1832375"/>
            <a:ext cx="30483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3" name="Google Shape;153;p18"/>
          <p:cNvSpPr txBox="1"/>
          <p:nvPr>
            <p:ph idx="4" type="subTitle"/>
          </p:nvPr>
        </p:nvSpPr>
        <p:spPr>
          <a:xfrm>
            <a:off x="1055850" y="3580700"/>
            <a:ext cx="30483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4" name="Google Shape;154;p18"/>
          <p:cNvSpPr txBox="1"/>
          <p:nvPr>
            <p:ph idx="5" type="subTitle"/>
          </p:nvPr>
        </p:nvSpPr>
        <p:spPr>
          <a:xfrm>
            <a:off x="5039850" y="3580700"/>
            <a:ext cx="3048300" cy="1027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18"/>
          <p:cNvSpPr txBox="1"/>
          <p:nvPr>
            <p:ph idx="6" type="subTitle"/>
          </p:nvPr>
        </p:nvSpPr>
        <p:spPr>
          <a:xfrm>
            <a:off x="1055850" y="3054800"/>
            <a:ext cx="30483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56" name="Google Shape;156;p18"/>
          <p:cNvSpPr txBox="1"/>
          <p:nvPr>
            <p:ph idx="7" type="subTitle"/>
          </p:nvPr>
        </p:nvSpPr>
        <p:spPr>
          <a:xfrm>
            <a:off x="5039850" y="1306475"/>
            <a:ext cx="30483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57" name="Google Shape;157;p18"/>
          <p:cNvSpPr txBox="1"/>
          <p:nvPr>
            <p:ph idx="8" type="subTitle"/>
          </p:nvPr>
        </p:nvSpPr>
        <p:spPr>
          <a:xfrm>
            <a:off x="5039850" y="3054800"/>
            <a:ext cx="3048300" cy="5259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pic>
        <p:nvPicPr>
          <p:cNvPr id="158" name="Google Shape;158;p18"/>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59" name="Google Shape;159;p18"/>
          <p:cNvPicPr preferRelativeResize="0"/>
          <p:nvPr/>
        </p:nvPicPr>
        <p:blipFill rotWithShape="1">
          <a:blip r:embed="rId3">
            <a:alphaModFix amt="70000"/>
          </a:blip>
          <a:srcRect b="42243" l="0" r="46170" t="0"/>
          <a:stretch/>
        </p:blipFill>
        <p:spPr>
          <a:xfrm flipH="1">
            <a:off x="5856008" y="0"/>
            <a:ext cx="3287992" cy="198447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60" name="Shape 160"/>
        <p:cNvGrpSpPr/>
        <p:nvPr/>
      </p:nvGrpSpPr>
      <p:grpSpPr>
        <a:xfrm>
          <a:off x="0" y="0"/>
          <a:ext cx="0" cy="0"/>
          <a:chOff x="0" y="0"/>
          <a:chExt cx="0" cy="0"/>
        </a:xfrm>
      </p:grpSpPr>
      <p:sp>
        <p:nvSpPr>
          <p:cNvPr id="161" name="Google Shape;16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2" name="Google Shape;162;p19"/>
          <p:cNvSpPr txBox="1"/>
          <p:nvPr>
            <p:ph idx="1" type="subTitle"/>
          </p:nvPr>
        </p:nvSpPr>
        <p:spPr>
          <a:xfrm>
            <a:off x="725143" y="1811513"/>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3" name="Google Shape;163;p19"/>
          <p:cNvSpPr txBox="1"/>
          <p:nvPr>
            <p:ph idx="2" type="subTitle"/>
          </p:nvPr>
        </p:nvSpPr>
        <p:spPr>
          <a:xfrm>
            <a:off x="3342150" y="1811525"/>
            <a:ext cx="24597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4" name="Google Shape;164;p19"/>
          <p:cNvSpPr txBox="1"/>
          <p:nvPr>
            <p:ph idx="3" type="subTitle"/>
          </p:nvPr>
        </p:nvSpPr>
        <p:spPr>
          <a:xfrm>
            <a:off x="5959741" y="1811525"/>
            <a:ext cx="24597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5" name="Google Shape;165;p19"/>
          <p:cNvSpPr txBox="1"/>
          <p:nvPr>
            <p:ph idx="4" type="subTitle"/>
          </p:nvPr>
        </p:nvSpPr>
        <p:spPr>
          <a:xfrm>
            <a:off x="725143" y="3433100"/>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6" name="Google Shape;166;p19"/>
          <p:cNvSpPr txBox="1"/>
          <p:nvPr>
            <p:ph idx="5" type="subTitle"/>
          </p:nvPr>
        </p:nvSpPr>
        <p:spPr>
          <a:xfrm>
            <a:off x="3342450" y="3433100"/>
            <a:ext cx="24591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7" name="Google Shape;167;p19"/>
          <p:cNvSpPr txBox="1"/>
          <p:nvPr>
            <p:ph idx="6" type="subTitle"/>
          </p:nvPr>
        </p:nvSpPr>
        <p:spPr>
          <a:xfrm>
            <a:off x="5962591" y="3433100"/>
            <a:ext cx="2454000" cy="1055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8" name="Google Shape;168;p19"/>
          <p:cNvSpPr txBox="1"/>
          <p:nvPr>
            <p:ph idx="7" type="subTitle"/>
          </p:nvPr>
        </p:nvSpPr>
        <p:spPr>
          <a:xfrm>
            <a:off x="720000" y="12766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69" name="Google Shape;169;p19"/>
          <p:cNvSpPr txBox="1"/>
          <p:nvPr>
            <p:ph idx="8" type="subTitle"/>
          </p:nvPr>
        </p:nvSpPr>
        <p:spPr>
          <a:xfrm>
            <a:off x="3342450" y="1276675"/>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0" name="Google Shape;170;p19"/>
          <p:cNvSpPr txBox="1"/>
          <p:nvPr>
            <p:ph idx="9" type="subTitle"/>
          </p:nvPr>
        </p:nvSpPr>
        <p:spPr>
          <a:xfrm>
            <a:off x="5959741" y="1276675"/>
            <a:ext cx="24597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1" name="Google Shape;171;p19"/>
          <p:cNvSpPr txBox="1"/>
          <p:nvPr>
            <p:ph idx="13" type="subTitle"/>
          </p:nvPr>
        </p:nvSpPr>
        <p:spPr>
          <a:xfrm>
            <a:off x="720344" y="2893750"/>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2" name="Google Shape;172;p19"/>
          <p:cNvSpPr txBox="1"/>
          <p:nvPr>
            <p:ph idx="14" type="subTitle"/>
          </p:nvPr>
        </p:nvSpPr>
        <p:spPr>
          <a:xfrm>
            <a:off x="3342450" y="2893750"/>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173" name="Google Shape;173;p19"/>
          <p:cNvSpPr txBox="1"/>
          <p:nvPr>
            <p:ph idx="15" type="subTitle"/>
          </p:nvPr>
        </p:nvSpPr>
        <p:spPr>
          <a:xfrm>
            <a:off x="5960041" y="2893750"/>
            <a:ext cx="2459100" cy="537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Raleway"/>
              <a:buNone/>
              <a:defRPr sz="1600">
                <a:solidFill>
                  <a:schemeClr val="dk1"/>
                </a:solidFill>
                <a:latin typeface="Orbitron"/>
                <a:ea typeface="Orbitron"/>
                <a:cs typeface="Orbitron"/>
                <a:sym typeface="Orbitron"/>
              </a:defRPr>
            </a:lvl1pPr>
            <a:lvl2pPr lvl="1"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rtl="0"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pic>
        <p:nvPicPr>
          <p:cNvPr id="174" name="Google Shape;174;p19"/>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75" name="Google Shape;175;p19"/>
          <p:cNvPicPr preferRelativeResize="0"/>
          <p:nvPr/>
        </p:nvPicPr>
        <p:blipFill rotWithShape="1">
          <a:blip r:embed="rId3">
            <a:alphaModFix amt="60000"/>
          </a:blip>
          <a:srcRect b="0" l="38540" r="0" t="43939"/>
          <a:stretch/>
        </p:blipFill>
        <p:spPr>
          <a:xfrm flipH="1">
            <a:off x="0" y="2807025"/>
            <a:ext cx="4553876" cy="2336475"/>
          </a:xfrm>
          <a:prstGeom prst="rect">
            <a:avLst/>
          </a:prstGeom>
          <a:noFill/>
          <a:ln>
            <a:noFill/>
          </a:ln>
        </p:spPr>
      </p:pic>
      <p:pic>
        <p:nvPicPr>
          <p:cNvPr id="176" name="Google Shape;176;p19"/>
          <p:cNvPicPr preferRelativeResize="0"/>
          <p:nvPr/>
        </p:nvPicPr>
        <p:blipFill>
          <a:blip r:embed="rId2">
            <a:alphaModFix/>
          </a:blip>
          <a:stretch>
            <a:fillRect/>
          </a:stretch>
        </p:blipFill>
        <p:spPr>
          <a:xfrm>
            <a:off x="-224639" y="-126362"/>
            <a:ext cx="9593277" cy="539622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77" name="Shape 177"/>
        <p:cNvGrpSpPr/>
        <p:nvPr/>
      </p:nvGrpSpPr>
      <p:grpSpPr>
        <a:xfrm>
          <a:off x="0" y="0"/>
          <a:ext cx="0" cy="0"/>
          <a:chOff x="0" y="0"/>
          <a:chExt cx="0" cy="0"/>
        </a:xfrm>
      </p:grpSpPr>
      <p:pic>
        <p:nvPicPr>
          <p:cNvPr id="178" name="Google Shape;178;p20"/>
          <p:cNvPicPr preferRelativeResize="0"/>
          <p:nvPr/>
        </p:nvPicPr>
        <p:blipFill>
          <a:blip r:embed="rId2">
            <a:alphaModFix amt="60000"/>
          </a:blip>
          <a:stretch>
            <a:fillRect/>
          </a:stretch>
        </p:blipFill>
        <p:spPr>
          <a:xfrm>
            <a:off x="0" y="0"/>
            <a:ext cx="9144003" cy="5143501"/>
          </a:xfrm>
          <a:prstGeom prst="rect">
            <a:avLst/>
          </a:prstGeom>
          <a:noFill/>
          <a:ln>
            <a:noFill/>
          </a:ln>
        </p:spPr>
      </p:pic>
      <p:pic>
        <p:nvPicPr>
          <p:cNvPr id="179" name="Google Shape;179;p20"/>
          <p:cNvPicPr preferRelativeResize="0"/>
          <p:nvPr/>
        </p:nvPicPr>
        <p:blipFill>
          <a:blip r:embed="rId3">
            <a:alphaModFix/>
          </a:blip>
          <a:stretch>
            <a:fillRect/>
          </a:stretch>
        </p:blipFill>
        <p:spPr>
          <a:xfrm>
            <a:off x="-330675" y="-145538"/>
            <a:ext cx="9557898" cy="5376326"/>
          </a:xfrm>
          <a:prstGeom prst="rect">
            <a:avLst/>
          </a:prstGeom>
          <a:noFill/>
          <a:ln>
            <a:noFill/>
          </a:ln>
        </p:spPr>
      </p:pic>
      <p:sp>
        <p:nvSpPr>
          <p:cNvPr id="180" name="Google Shape;180;p20"/>
          <p:cNvSpPr txBox="1"/>
          <p:nvPr>
            <p:ph type="ctrTitle"/>
          </p:nvPr>
        </p:nvSpPr>
        <p:spPr>
          <a:xfrm>
            <a:off x="2382250" y="839800"/>
            <a:ext cx="4379400" cy="1056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81" name="Google Shape;181;p20"/>
          <p:cNvSpPr txBox="1"/>
          <p:nvPr>
            <p:ph idx="1" type="subTitle"/>
          </p:nvPr>
        </p:nvSpPr>
        <p:spPr>
          <a:xfrm>
            <a:off x="2382350" y="1852800"/>
            <a:ext cx="4379400" cy="117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82" name="Google Shape;182;p20"/>
          <p:cNvSpPr txBox="1"/>
          <p:nvPr/>
        </p:nvSpPr>
        <p:spPr>
          <a:xfrm>
            <a:off x="2382325" y="3487250"/>
            <a:ext cx="4379400" cy="615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000">
                <a:solidFill>
                  <a:schemeClr val="dk1"/>
                </a:solidFill>
                <a:latin typeface="Kanit Light"/>
                <a:ea typeface="Kanit Light"/>
                <a:cs typeface="Kanit Light"/>
                <a:sym typeface="Kanit Light"/>
              </a:rPr>
              <a:t>CREDITS: This presentation template was created by </a:t>
            </a:r>
            <a:r>
              <a:rPr lang="en" sz="1000" u="sng">
                <a:solidFill>
                  <a:schemeClr val="hlink"/>
                </a:solidFill>
                <a:latin typeface="Kanit Light"/>
                <a:ea typeface="Kanit Light"/>
                <a:cs typeface="Kanit Light"/>
                <a:sym typeface="Kanit Light"/>
                <a:hlinkClick r:id="rId4"/>
              </a:rPr>
              <a:t>Slidesgo</a:t>
            </a:r>
            <a:r>
              <a:rPr lang="en" sz="1000" u="sng">
                <a:solidFill>
                  <a:schemeClr val="dk1"/>
                </a:solidFill>
                <a:latin typeface="Kanit Light"/>
                <a:ea typeface="Kanit Light"/>
                <a:cs typeface="Kanit Light"/>
                <a:sym typeface="Kanit Light"/>
              </a:rPr>
              <a:t>, </a:t>
            </a:r>
            <a:r>
              <a:rPr lang="en" sz="1000">
                <a:solidFill>
                  <a:schemeClr val="dk1"/>
                </a:solidFill>
                <a:latin typeface="Kanit Light"/>
                <a:ea typeface="Kanit Light"/>
                <a:cs typeface="Kanit Light"/>
                <a:sym typeface="Kanit Light"/>
              </a:rPr>
              <a:t>and includes </a:t>
            </a:r>
            <a:r>
              <a:rPr lang="en" sz="1000">
                <a:solidFill>
                  <a:schemeClr val="dk1"/>
                </a:solidFill>
                <a:latin typeface="Kanit Light"/>
                <a:ea typeface="Kanit Light"/>
                <a:cs typeface="Kanit Light"/>
                <a:sym typeface="Kanit Light"/>
              </a:rPr>
              <a:t>icons by </a:t>
            </a:r>
            <a:r>
              <a:rPr lang="en" sz="1000" u="sng">
                <a:solidFill>
                  <a:schemeClr val="dk1"/>
                </a:solidFill>
                <a:latin typeface="Kanit Light"/>
                <a:ea typeface="Kanit Light"/>
                <a:cs typeface="Kanit Light"/>
                <a:sym typeface="Kanit Light"/>
                <a:hlinkClick r:id="rId5">
                  <a:extLst>
                    <a:ext uri="{A12FA001-AC4F-418D-AE19-62706E023703}">
                      <ahyp:hlinkClr val="tx"/>
                    </a:ext>
                  </a:extLst>
                </a:hlinkClick>
              </a:rPr>
              <a:t>Flaticon</a:t>
            </a:r>
            <a:r>
              <a:rPr lang="en" sz="1000" u="sng">
                <a:solidFill>
                  <a:schemeClr val="dk1"/>
                </a:solidFill>
                <a:latin typeface="Kanit Light"/>
                <a:ea typeface="Kanit Light"/>
                <a:cs typeface="Kanit Light"/>
                <a:sym typeface="Kanit Light"/>
              </a:rPr>
              <a:t>,</a:t>
            </a:r>
            <a:r>
              <a:rPr lang="en" sz="1000">
                <a:solidFill>
                  <a:schemeClr val="dk1"/>
                </a:solidFill>
                <a:latin typeface="Kanit Light"/>
                <a:ea typeface="Kanit Light"/>
                <a:cs typeface="Kanit Light"/>
                <a:sym typeface="Kanit Light"/>
              </a:rPr>
              <a:t> and infographics &amp; images by </a:t>
            </a:r>
            <a:r>
              <a:rPr lang="en" sz="1000" u="sng">
                <a:solidFill>
                  <a:schemeClr val="dk1"/>
                </a:solidFill>
                <a:latin typeface="Kanit Light"/>
                <a:ea typeface="Kanit Light"/>
                <a:cs typeface="Kanit Light"/>
                <a:sym typeface="Kanit Light"/>
                <a:hlinkClick r:id="rId6">
                  <a:extLst>
                    <a:ext uri="{A12FA001-AC4F-418D-AE19-62706E023703}">
                      <ahyp:hlinkClr val="tx"/>
                    </a:ext>
                  </a:extLst>
                </a:hlinkClick>
              </a:rPr>
              <a:t>Freepik</a:t>
            </a:r>
            <a:endParaRPr sz="1000" u="sng">
              <a:solidFill>
                <a:schemeClr val="dk1"/>
              </a:solidFill>
              <a:latin typeface="Kanit Light"/>
              <a:ea typeface="Kanit Light"/>
              <a:cs typeface="Kanit Light"/>
              <a:sym typeface="Kanit Ligh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83" name="Shape 183"/>
        <p:cNvGrpSpPr/>
        <p:nvPr/>
      </p:nvGrpSpPr>
      <p:grpSpPr>
        <a:xfrm>
          <a:off x="0" y="0"/>
          <a:ext cx="0" cy="0"/>
          <a:chOff x="0" y="0"/>
          <a:chExt cx="0" cy="0"/>
        </a:xfrm>
      </p:grpSpPr>
      <p:pic>
        <p:nvPicPr>
          <p:cNvPr id="184" name="Google Shape;184;p21"/>
          <p:cNvPicPr preferRelativeResize="0"/>
          <p:nvPr/>
        </p:nvPicPr>
        <p:blipFill>
          <a:blip r:embed="rId2">
            <a:alphaModFix amt="60000"/>
          </a:blip>
          <a:stretch>
            <a:fillRect/>
          </a:stretch>
        </p:blipFill>
        <p:spPr>
          <a:xfrm>
            <a:off x="0" y="0"/>
            <a:ext cx="9144003" cy="5143501"/>
          </a:xfrm>
          <a:prstGeom prst="rect">
            <a:avLst/>
          </a:prstGeom>
          <a:noFill/>
          <a:ln>
            <a:noFill/>
          </a:ln>
        </p:spPr>
      </p:pic>
      <p:pic>
        <p:nvPicPr>
          <p:cNvPr id="185" name="Google Shape;185;p21"/>
          <p:cNvPicPr preferRelativeResize="0"/>
          <p:nvPr/>
        </p:nvPicPr>
        <p:blipFill>
          <a:blip r:embed="rId3">
            <a:alphaModFix/>
          </a:blip>
          <a:stretch>
            <a:fillRect/>
          </a:stretch>
        </p:blipFill>
        <p:spPr>
          <a:xfrm>
            <a:off x="-330675" y="-145538"/>
            <a:ext cx="9557898" cy="537632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86" name="Shape 186"/>
        <p:cNvGrpSpPr/>
        <p:nvPr/>
      </p:nvGrpSpPr>
      <p:grpSpPr>
        <a:xfrm>
          <a:off x="0" y="0"/>
          <a:ext cx="0" cy="0"/>
          <a:chOff x="0" y="0"/>
          <a:chExt cx="0" cy="0"/>
        </a:xfrm>
      </p:grpSpPr>
      <p:pic>
        <p:nvPicPr>
          <p:cNvPr id="187" name="Google Shape;187;p22"/>
          <p:cNvPicPr preferRelativeResize="0"/>
          <p:nvPr/>
        </p:nvPicPr>
        <p:blipFill>
          <a:blip r:embed="rId2">
            <a:alphaModFix/>
          </a:blip>
          <a:stretch>
            <a:fillRect/>
          </a:stretch>
        </p:blipFill>
        <p:spPr>
          <a:xfrm>
            <a:off x="-224639" y="-126362"/>
            <a:ext cx="9593277" cy="5396224"/>
          </a:xfrm>
          <a:prstGeom prst="rect">
            <a:avLst/>
          </a:prstGeom>
          <a:noFill/>
          <a:ln>
            <a:noFill/>
          </a:ln>
        </p:spPr>
      </p:pic>
      <p:pic>
        <p:nvPicPr>
          <p:cNvPr id="188" name="Google Shape;188;p22"/>
          <p:cNvPicPr preferRelativeResize="0"/>
          <p:nvPr/>
        </p:nvPicPr>
        <p:blipFill rotWithShape="1">
          <a:blip r:embed="rId3">
            <a:alphaModFix amt="70000"/>
          </a:blip>
          <a:srcRect b="42243" l="0" r="46170" t="0"/>
          <a:stretch/>
        </p:blipFill>
        <p:spPr>
          <a:xfrm flipH="1">
            <a:off x="5856008" y="0"/>
            <a:ext cx="3287992" cy="198447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Orbitron"/>
              <a:buNone/>
              <a:defRPr sz="3000">
                <a:solidFill>
                  <a:schemeClr val="dk1"/>
                </a:solidFill>
                <a:latin typeface="Orbitron"/>
                <a:ea typeface="Orbitron"/>
                <a:cs typeface="Orbitron"/>
                <a:sym typeface="Orbitron"/>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1pPr>
            <a:lvl2pPr indent="-304800" lvl="1" marL="9144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2pPr>
            <a:lvl3pPr indent="-304800" lvl="2" marL="13716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3pPr>
            <a:lvl4pPr indent="-304800" lvl="3" marL="18288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4pPr>
            <a:lvl5pPr indent="-304800" lvl="4" marL="22860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5pPr>
            <a:lvl6pPr indent="-304800" lvl="5" marL="27432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6pPr>
            <a:lvl7pPr indent="-304800" lvl="6" marL="32004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7pPr>
            <a:lvl8pPr indent="-304800" lvl="7" marL="36576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8pPr>
            <a:lvl9pPr indent="-304800" lvl="8" marL="4114800">
              <a:lnSpc>
                <a:spcPct val="100000"/>
              </a:lnSpc>
              <a:spcBef>
                <a:spcPts val="0"/>
              </a:spcBef>
              <a:spcAft>
                <a:spcPts val="0"/>
              </a:spcAft>
              <a:buClr>
                <a:schemeClr val="dk1"/>
              </a:buClr>
              <a:buSzPts val="1200"/>
              <a:buFont typeface="Kanit Light"/>
              <a:buChar char="■"/>
              <a:defRPr sz="1200">
                <a:solidFill>
                  <a:schemeClr val="dk1"/>
                </a:solidFill>
                <a:latin typeface="Kanit Light"/>
                <a:ea typeface="Kanit Light"/>
                <a:cs typeface="Kanit Light"/>
                <a:sym typeface="Kanit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hyperlink" Target="https://www.flaticon.com/?utm_source=slidesgo_template&amp;utm_medium=referral-link&amp;utm_campaign=promo-slide&amp;utm_term=slidesgo&amp;utm_content=flaticon" TargetMode="External"/><Relationship Id="rId6" Type="http://schemas.openxmlformats.org/officeDocument/2006/relationships/hyperlink" Target="https://storyset.com/?utm_source=slidesgo_template&amp;utm_medium=referral-link&amp;utm_campaign=promo-slide&amp;utm_term=slidesgo&amp;utm_content=storyset" TargetMode="External"/><Relationship Id="rId7" Type="http://schemas.openxmlformats.org/officeDocument/2006/relationships/hyperlink" Target="https://wepik.com/?utm_source=slidesgo_template&amp;utm_medium=referral-link&amp;utm_campaign=promo-slide&amp;utm_term=slidesgo&amp;utm_content=wepik" TargetMode="External"/><Relationship Id="rId8" Type="http://schemas.openxmlformats.org/officeDocument/2006/relationships/hyperlink" Target="https://www.videvo.net/?utm_source=slidesgo_template&amp;utm_medium=referral-link&amp;utm_campaign=sg_resources&amp;utm_content=videv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ctrTitle"/>
          </p:nvPr>
        </p:nvSpPr>
        <p:spPr>
          <a:xfrm>
            <a:off x="1225575" y="1222025"/>
            <a:ext cx="6540300" cy="58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MENAMPILKAN MENU TOKO BUAH</a:t>
            </a:r>
            <a:r>
              <a:rPr lang="en" sz="5600"/>
              <a:t> </a:t>
            </a:r>
            <a:r>
              <a:rPr lang="en" sz="7200"/>
              <a:t>  </a:t>
            </a:r>
            <a:endParaRPr sz="7200"/>
          </a:p>
        </p:txBody>
      </p:sp>
      <p:sp>
        <p:nvSpPr>
          <p:cNvPr id="194" name="Google Shape;194;p23"/>
          <p:cNvSpPr txBox="1"/>
          <p:nvPr>
            <p:ph idx="1" type="subTitle"/>
          </p:nvPr>
        </p:nvSpPr>
        <p:spPr>
          <a:xfrm>
            <a:off x="1654575" y="3450425"/>
            <a:ext cx="5682300" cy="40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DASAR SISTEM KOMPUTER</a:t>
            </a:r>
            <a:endParaRPr/>
          </a:p>
        </p:txBody>
      </p:sp>
      <p:grpSp>
        <p:nvGrpSpPr>
          <p:cNvPr id="195" name="Google Shape;195;p23"/>
          <p:cNvGrpSpPr/>
          <p:nvPr/>
        </p:nvGrpSpPr>
        <p:grpSpPr>
          <a:xfrm>
            <a:off x="7229775" y="947625"/>
            <a:ext cx="536998" cy="134100"/>
            <a:chOff x="7229775" y="947625"/>
            <a:chExt cx="536998" cy="134100"/>
          </a:xfrm>
        </p:grpSpPr>
        <p:sp>
          <p:nvSpPr>
            <p:cNvPr id="196" name="Google Shape;196;p23"/>
            <p:cNvSpPr/>
            <p:nvPr/>
          </p:nvSpPr>
          <p:spPr>
            <a:xfrm>
              <a:off x="7229775"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97" name="Google Shape;197;p23"/>
            <p:cNvSpPr/>
            <p:nvPr/>
          </p:nvSpPr>
          <p:spPr>
            <a:xfrm>
              <a:off x="7364074"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98" name="Google Shape;198;p23"/>
            <p:cNvSpPr/>
            <p:nvPr/>
          </p:nvSpPr>
          <p:spPr>
            <a:xfrm>
              <a:off x="7498374"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199" name="Google Shape;199;p23"/>
            <p:cNvSpPr/>
            <p:nvPr/>
          </p:nvSpPr>
          <p:spPr>
            <a:xfrm>
              <a:off x="7632673"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720000" y="6738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Pendahuluan</a:t>
            </a:r>
            <a:endParaRPr/>
          </a:p>
        </p:txBody>
      </p:sp>
      <p:sp>
        <p:nvSpPr>
          <p:cNvPr id="205" name="Google Shape;205;p24"/>
          <p:cNvSpPr txBox="1"/>
          <p:nvPr>
            <p:ph idx="3" type="subTitle"/>
          </p:nvPr>
        </p:nvSpPr>
        <p:spPr>
          <a:xfrm>
            <a:off x="715100" y="4217050"/>
            <a:ext cx="4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a:t>
            </a:r>
            <a:endParaRPr>
              <a:solidFill>
                <a:schemeClr val="lt1"/>
              </a:solidFill>
            </a:endParaRPr>
          </a:p>
        </p:txBody>
      </p:sp>
      <p:sp>
        <p:nvSpPr>
          <p:cNvPr id="206" name="Google Shape;206;p24"/>
          <p:cNvSpPr txBox="1"/>
          <p:nvPr>
            <p:ph idx="1" type="subTitle"/>
          </p:nvPr>
        </p:nvSpPr>
        <p:spPr>
          <a:xfrm>
            <a:off x="655525" y="2138425"/>
            <a:ext cx="8006700" cy="125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200">
                <a:latin typeface="Calibri"/>
                <a:ea typeface="Calibri"/>
                <a:cs typeface="Calibri"/>
                <a:sym typeface="Calibri"/>
              </a:rPr>
              <a:t>Program ini akan menyajikan daftar jenis-</a:t>
            </a:r>
            <a:r>
              <a:rPr lang="en" sz="2200">
                <a:latin typeface="Calibri"/>
                <a:ea typeface="Calibri"/>
                <a:cs typeface="Calibri"/>
                <a:sym typeface="Calibri"/>
              </a:rPr>
              <a:t>jenis buah yang tersedia beserta harga grosirnya. Informasi tersebut akan ditampilkan secara terstruktur, sehingga memudahkan pengguna untuk melihat pilihan buah dan harganya. </a:t>
            </a:r>
            <a:endParaRPr sz="2400"/>
          </a:p>
        </p:txBody>
      </p:sp>
      <p:sp>
        <p:nvSpPr>
          <p:cNvPr id="207" name="Google Shape;207;p24"/>
          <p:cNvSpPr txBox="1"/>
          <p:nvPr>
            <p:ph idx="2" type="subTitle"/>
          </p:nvPr>
        </p:nvSpPr>
        <p:spPr>
          <a:xfrm>
            <a:off x="4683250" y="1817100"/>
            <a:ext cx="2080200" cy="48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lt1"/>
                </a:solidFill>
              </a:rPr>
              <a:t>.</a:t>
            </a:r>
            <a:endParaRPr>
              <a:solidFill>
                <a:schemeClr val="lt1"/>
              </a:solidFill>
            </a:endParaRPr>
          </a:p>
        </p:txBody>
      </p:sp>
      <p:sp>
        <p:nvSpPr>
          <p:cNvPr id="208" name="Google Shape;208;p24"/>
          <p:cNvSpPr txBox="1"/>
          <p:nvPr>
            <p:ph idx="4" type="subTitle"/>
          </p:nvPr>
        </p:nvSpPr>
        <p:spPr>
          <a:xfrm>
            <a:off x="8052975" y="4789750"/>
            <a:ext cx="1204200" cy="38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a:t>
            </a:r>
            <a:endParaRPr>
              <a:solidFill>
                <a:schemeClr val="lt1"/>
              </a:solidFill>
            </a:endParaRPr>
          </a:p>
        </p:txBody>
      </p:sp>
      <p:grpSp>
        <p:nvGrpSpPr>
          <p:cNvPr id="209" name="Google Shape;209;p24"/>
          <p:cNvGrpSpPr/>
          <p:nvPr/>
        </p:nvGrpSpPr>
        <p:grpSpPr>
          <a:xfrm rot="5400000">
            <a:off x="1577175" y="654550"/>
            <a:ext cx="74100" cy="1788450"/>
            <a:chOff x="8657175" y="772575"/>
            <a:chExt cx="74100" cy="1788450"/>
          </a:xfrm>
        </p:grpSpPr>
        <p:sp>
          <p:nvSpPr>
            <p:cNvPr id="210" name="Google Shape;210;p24"/>
            <p:cNvSpPr/>
            <p:nvPr/>
          </p:nvSpPr>
          <p:spPr>
            <a:xfrm>
              <a:off x="8657175" y="772575"/>
              <a:ext cx="74100" cy="142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211" name="Google Shape;211;p24"/>
            <p:cNvSpPr/>
            <p:nvPr/>
          </p:nvSpPr>
          <p:spPr>
            <a:xfrm>
              <a:off x="8657175" y="2304150"/>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212" name="Google Shape;212;p24"/>
            <p:cNvSpPr/>
            <p:nvPr/>
          </p:nvSpPr>
          <p:spPr>
            <a:xfrm>
              <a:off x="8657175" y="2483925"/>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4CCCC"/>
                </a:solidFill>
              </a:rPr>
              <a:t>Identitas Project</a:t>
            </a:r>
            <a:endParaRPr>
              <a:solidFill>
                <a:srgbClr val="F4CCCC"/>
              </a:solidFill>
            </a:endParaRPr>
          </a:p>
        </p:txBody>
      </p:sp>
      <p:sp>
        <p:nvSpPr>
          <p:cNvPr id="218" name="Google Shape;218;p25"/>
          <p:cNvSpPr txBox="1"/>
          <p:nvPr>
            <p:ph idx="1" type="body"/>
          </p:nvPr>
        </p:nvSpPr>
        <p:spPr>
          <a:xfrm>
            <a:off x="720000" y="1352375"/>
            <a:ext cx="7704000" cy="4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sz="1800"/>
              <a:t>Mata Kuliah : Dasar Sistem Komputer</a:t>
            </a:r>
            <a:endParaRPr sz="1800"/>
          </a:p>
          <a:p>
            <a:pPr indent="0" lvl="0" marL="0" rtl="0" algn="l">
              <a:spcBef>
                <a:spcPts val="0"/>
              </a:spcBef>
              <a:spcAft>
                <a:spcPts val="0"/>
              </a:spcAft>
              <a:buNone/>
            </a:pPr>
            <a:r>
              <a:rPr lang="en" sz="1800"/>
              <a:t>Judul Project : Menampilkan Menu Toko Buah</a:t>
            </a:r>
            <a:endParaRPr sz="1800"/>
          </a:p>
          <a:p>
            <a:pPr indent="0" lvl="0" marL="0" rtl="0" algn="l">
              <a:spcBef>
                <a:spcPts val="0"/>
              </a:spcBef>
              <a:spcAft>
                <a:spcPts val="0"/>
              </a:spcAft>
              <a:buNone/>
            </a:pPr>
            <a:r>
              <a:rPr lang="en" sz="1800"/>
              <a:t>Link Project GitHub :</a:t>
            </a:r>
            <a:endParaRPr sz="1800"/>
          </a:p>
          <a:p>
            <a:pPr indent="0" lvl="0" marL="0" rtl="0" algn="l">
              <a:spcBef>
                <a:spcPts val="0"/>
              </a:spcBef>
              <a:spcAft>
                <a:spcPts val="0"/>
              </a:spcAft>
              <a:buNone/>
            </a:pPr>
            <a:r>
              <a:rPr lang="en" sz="1800"/>
              <a:t>https://github.com/RahmaDivaN1/DSK/commit/89c38b2c5e41d83ba1a2fbd9ded3a92b9fa70d42</a:t>
            </a:r>
            <a:endParaRPr sz="1800"/>
          </a:p>
          <a:p>
            <a:pPr indent="0" lvl="0" marL="0" rtl="0" algn="l">
              <a:spcBef>
                <a:spcPts val="0"/>
              </a:spcBef>
              <a:spcAft>
                <a:spcPts val="0"/>
              </a:spcAft>
              <a:buNone/>
            </a:pPr>
            <a:r>
              <a:rPr lang="en" sz="1800"/>
              <a:t>Kelas : C</a:t>
            </a:r>
            <a:endParaRPr sz="1800"/>
          </a:p>
          <a:p>
            <a:pPr indent="0" lvl="0" marL="0" rtl="0" algn="l">
              <a:spcBef>
                <a:spcPts val="0"/>
              </a:spcBef>
              <a:spcAft>
                <a:spcPts val="0"/>
              </a:spcAft>
              <a:buNone/>
            </a:pPr>
            <a:r>
              <a:rPr lang="en" sz="1800"/>
              <a:t>Nim : 2400018114</a:t>
            </a:r>
            <a:endParaRPr sz="1800"/>
          </a:p>
          <a:p>
            <a:pPr indent="0" lvl="0" marL="0" rtl="0" algn="l">
              <a:spcBef>
                <a:spcPts val="0"/>
              </a:spcBef>
              <a:spcAft>
                <a:spcPts val="0"/>
              </a:spcAft>
              <a:buNone/>
            </a:pPr>
            <a:r>
              <a:rPr lang="en" sz="1800"/>
              <a:t>Nama : Rahma Diva Nurfitasari</a:t>
            </a:r>
            <a:endParaRPr sz="1800"/>
          </a:p>
          <a:p>
            <a:pPr indent="0" lvl="0" marL="0" rtl="0" algn="l">
              <a:spcBef>
                <a:spcPts val="0"/>
              </a:spcBef>
              <a:spcAft>
                <a:spcPts val="0"/>
              </a:spcAft>
              <a:buNone/>
            </a:pPr>
            <a:r>
              <a:t/>
            </a:r>
            <a:endParaRPr/>
          </a:p>
        </p:txBody>
      </p:sp>
      <p:pic>
        <p:nvPicPr>
          <p:cNvPr id="219" name="Google Shape;219;p25"/>
          <p:cNvPicPr preferRelativeResize="0"/>
          <p:nvPr/>
        </p:nvPicPr>
        <p:blipFill rotWithShape="1">
          <a:blip r:embed="rId3">
            <a:alphaModFix amt="60000"/>
          </a:blip>
          <a:srcRect b="0" l="38540" r="0" t="43939"/>
          <a:stretch/>
        </p:blipFill>
        <p:spPr>
          <a:xfrm flipH="1">
            <a:off x="0" y="2807025"/>
            <a:ext cx="4553876" cy="2336475"/>
          </a:xfrm>
          <a:prstGeom prst="rect">
            <a:avLst/>
          </a:prstGeom>
          <a:noFill/>
          <a:ln>
            <a:noFill/>
          </a:ln>
        </p:spPr>
      </p:pic>
      <p:sp>
        <p:nvSpPr>
          <p:cNvPr id="220" name="Google Shape;220;p25"/>
          <p:cNvSpPr txBox="1"/>
          <p:nvPr/>
        </p:nvSpPr>
        <p:spPr>
          <a:xfrm>
            <a:off x="720006" y="3981275"/>
            <a:ext cx="26433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Kanit Light"/>
                <a:ea typeface="Kanit Light"/>
                <a:cs typeface="Kanit Light"/>
                <a:sym typeface="Kanit Light"/>
              </a:rPr>
              <a:t>For more info:</a:t>
            </a:r>
            <a:br>
              <a:rPr lang="en" sz="1000">
                <a:solidFill>
                  <a:srgbClr val="FFFFFF"/>
                </a:solidFill>
                <a:latin typeface="Kanit Light"/>
                <a:ea typeface="Kanit Light"/>
                <a:cs typeface="Kanit Light"/>
                <a:sym typeface="Kanit Light"/>
              </a:rPr>
            </a:br>
            <a:r>
              <a:rPr b="1" lang="en" sz="1000">
                <a:solidFill>
                  <a:srgbClr val="FFFFFF"/>
                </a:solidFill>
                <a:latin typeface="Kanit"/>
                <a:ea typeface="Kanit"/>
                <a:cs typeface="Kanit"/>
                <a:sym typeface="Kanit"/>
              </a:rPr>
              <a:t>UNIVERSITAS AHMAD DAHLAN</a:t>
            </a:r>
            <a:endParaRPr b="1" sz="1000" u="sng">
              <a:solidFill>
                <a:srgbClr val="FFFFFF"/>
              </a:solidFill>
              <a:latin typeface="Kanit"/>
              <a:ea typeface="Kanit"/>
              <a:cs typeface="Kanit"/>
              <a:sym typeface="Kanit"/>
            </a:endParaRPr>
          </a:p>
        </p:txBody>
      </p:sp>
      <p:sp>
        <p:nvSpPr>
          <p:cNvPr id="221" name="Google Shape;221;p25"/>
          <p:cNvSpPr txBox="1"/>
          <p:nvPr/>
        </p:nvSpPr>
        <p:spPr>
          <a:xfrm>
            <a:off x="3363301" y="3981275"/>
            <a:ext cx="50607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Kanit Light"/>
                <a:ea typeface="Kanit Light"/>
                <a:cs typeface="Kanit Light"/>
                <a:sym typeface="Kanit Light"/>
              </a:rPr>
              <a:t>You can visit our sister </a:t>
            </a:r>
            <a:r>
              <a:rPr lang="en" sz="1000">
                <a:solidFill>
                  <a:srgbClr val="FFFFFF"/>
                </a:solidFill>
                <a:latin typeface="Kanit Light"/>
                <a:ea typeface="Kanit Light"/>
                <a:cs typeface="Kanit Light"/>
                <a:sym typeface="Kanit Light"/>
              </a:rPr>
              <a:t>projects</a:t>
            </a:r>
            <a:r>
              <a:rPr lang="en" sz="1000">
                <a:solidFill>
                  <a:srgbClr val="FFFFFF"/>
                </a:solidFill>
                <a:latin typeface="Kanit Light"/>
                <a:ea typeface="Kanit Light"/>
                <a:cs typeface="Kanit Light"/>
                <a:sym typeface="Kanit Light"/>
              </a:rPr>
              <a:t>:</a:t>
            </a:r>
            <a:br>
              <a:rPr lang="en" sz="1000">
                <a:solidFill>
                  <a:srgbClr val="FFFFFF"/>
                </a:solidFill>
                <a:latin typeface="Kanit Light"/>
                <a:ea typeface="Kanit Light"/>
                <a:cs typeface="Kanit Light"/>
                <a:sym typeface="Kanit Light"/>
              </a:rPr>
            </a:br>
            <a:r>
              <a:rPr b="1" lang="en" sz="1000" u="sng">
                <a:solidFill>
                  <a:srgbClr val="FFFFFF"/>
                </a:solidFill>
                <a:latin typeface="Kanit"/>
                <a:ea typeface="Kanit"/>
                <a:cs typeface="Kanit"/>
                <a:sym typeface="Kanit"/>
                <a:hlinkClick r:id="rId4">
                  <a:extLst>
                    <a:ext uri="{A12FA001-AC4F-418D-AE19-62706E023703}">
                      <ahyp:hlinkClr val="tx"/>
                    </a:ext>
                  </a:extLst>
                </a:hlinkClick>
              </a:rPr>
              <a:t>FREEPIK</a:t>
            </a:r>
            <a:r>
              <a:rPr b="1" lang="en" sz="1000">
                <a:solidFill>
                  <a:srgbClr val="FFFFFF"/>
                </a:solidFill>
                <a:latin typeface="Kanit"/>
                <a:ea typeface="Kanit"/>
                <a:cs typeface="Kanit"/>
                <a:sym typeface="Kanit"/>
              </a:rPr>
              <a:t> | </a:t>
            </a:r>
            <a:r>
              <a:rPr b="1" lang="en" sz="1000" u="sng">
                <a:solidFill>
                  <a:srgbClr val="FFFFFF"/>
                </a:solidFill>
                <a:latin typeface="Kanit"/>
                <a:ea typeface="Kanit"/>
                <a:cs typeface="Kanit"/>
                <a:sym typeface="Kanit"/>
                <a:hlinkClick r:id="rId5">
                  <a:extLst>
                    <a:ext uri="{A12FA001-AC4F-418D-AE19-62706E023703}">
                      <ahyp:hlinkClr val="tx"/>
                    </a:ext>
                  </a:extLst>
                </a:hlinkClick>
              </a:rPr>
              <a:t>FLATICON</a:t>
            </a:r>
            <a:r>
              <a:rPr b="1" lang="en" sz="1000">
                <a:solidFill>
                  <a:srgbClr val="FFFFFF"/>
                </a:solidFill>
                <a:latin typeface="Kanit"/>
                <a:ea typeface="Kanit"/>
                <a:cs typeface="Kanit"/>
                <a:sym typeface="Kanit"/>
              </a:rPr>
              <a:t> | </a:t>
            </a:r>
            <a:r>
              <a:rPr b="1" lang="en" sz="1000" u="sng">
                <a:solidFill>
                  <a:srgbClr val="FFFFFF"/>
                </a:solidFill>
                <a:latin typeface="Kanit"/>
                <a:ea typeface="Kanit"/>
                <a:cs typeface="Kanit"/>
                <a:sym typeface="Kanit"/>
                <a:hlinkClick r:id="rId6">
                  <a:extLst>
                    <a:ext uri="{A12FA001-AC4F-418D-AE19-62706E023703}">
                      <ahyp:hlinkClr val="tx"/>
                    </a:ext>
                  </a:extLst>
                </a:hlinkClick>
              </a:rPr>
              <a:t>STORYSET</a:t>
            </a:r>
            <a:r>
              <a:rPr b="1" lang="en" sz="1000">
                <a:solidFill>
                  <a:srgbClr val="FFFFFF"/>
                </a:solidFill>
                <a:latin typeface="Kanit"/>
                <a:ea typeface="Kanit"/>
                <a:cs typeface="Kanit"/>
                <a:sym typeface="Kanit"/>
              </a:rPr>
              <a:t> | </a:t>
            </a:r>
            <a:r>
              <a:rPr b="1" lang="en" sz="1000" u="sng">
                <a:solidFill>
                  <a:srgbClr val="FFFFFF"/>
                </a:solidFill>
                <a:latin typeface="Kanit"/>
                <a:ea typeface="Kanit"/>
                <a:cs typeface="Kanit"/>
                <a:sym typeface="Kanit"/>
                <a:hlinkClick r:id="rId7">
                  <a:extLst>
                    <a:ext uri="{A12FA001-AC4F-418D-AE19-62706E023703}">
                      <ahyp:hlinkClr val="tx"/>
                    </a:ext>
                  </a:extLst>
                </a:hlinkClick>
              </a:rPr>
              <a:t>WEPIK</a:t>
            </a:r>
            <a:r>
              <a:rPr b="1" lang="en" sz="1000">
                <a:solidFill>
                  <a:srgbClr val="FFFFFF"/>
                </a:solidFill>
                <a:latin typeface="Kanit"/>
                <a:ea typeface="Kanit"/>
                <a:cs typeface="Kanit"/>
                <a:sym typeface="Kanit"/>
              </a:rPr>
              <a:t> | </a:t>
            </a:r>
            <a:r>
              <a:rPr b="1" lang="en" sz="1000" u="sng">
                <a:solidFill>
                  <a:srgbClr val="FFFFFF"/>
                </a:solidFill>
                <a:latin typeface="Kanit"/>
                <a:ea typeface="Kanit"/>
                <a:cs typeface="Kanit"/>
                <a:sym typeface="Kanit"/>
                <a:hlinkClick r:id="rId8">
                  <a:extLst>
                    <a:ext uri="{A12FA001-AC4F-418D-AE19-62706E023703}">
                      <ahyp:hlinkClr val="tx"/>
                    </a:ext>
                  </a:extLst>
                </a:hlinkClick>
              </a:rPr>
              <a:t>VIDEVO</a:t>
            </a:r>
            <a:endParaRPr b="1" sz="1000">
              <a:solidFill>
                <a:srgbClr val="FFFFFF"/>
              </a:solidFill>
              <a:latin typeface="Kanit"/>
              <a:ea typeface="Kanit"/>
              <a:cs typeface="Kanit"/>
              <a:sym typeface="Kanit"/>
            </a:endParaRPr>
          </a:p>
        </p:txBody>
      </p:sp>
      <p:sp>
        <p:nvSpPr>
          <p:cNvPr id="222" name="Google Shape;222;p25"/>
          <p:cNvSpPr/>
          <p:nvPr/>
        </p:nvSpPr>
        <p:spPr>
          <a:xfrm>
            <a:off x="7887000" y="13523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23" name="Google Shape;223;p25"/>
          <p:cNvSpPr/>
          <p:nvPr/>
        </p:nvSpPr>
        <p:spPr>
          <a:xfrm>
            <a:off x="8021299" y="13523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24" name="Google Shape;224;p25"/>
          <p:cNvSpPr/>
          <p:nvPr/>
        </p:nvSpPr>
        <p:spPr>
          <a:xfrm>
            <a:off x="8155599" y="13523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25" name="Google Shape;225;p25"/>
          <p:cNvSpPr/>
          <p:nvPr/>
        </p:nvSpPr>
        <p:spPr>
          <a:xfrm>
            <a:off x="8289898" y="135237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2391975" y="535000"/>
            <a:ext cx="454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FITUR-FITUR YANG</a:t>
            </a:r>
            <a:endParaRPr/>
          </a:p>
          <a:p>
            <a:pPr indent="0" lvl="0" marL="0" rtl="0" algn="l">
              <a:spcBef>
                <a:spcPts val="0"/>
              </a:spcBef>
              <a:spcAft>
                <a:spcPts val="0"/>
              </a:spcAft>
              <a:buNone/>
            </a:pPr>
            <a:r>
              <a:rPr lang="en"/>
              <a:t>       DISEDIAKAN</a:t>
            </a:r>
            <a:endParaRPr/>
          </a:p>
        </p:txBody>
      </p:sp>
      <p:sp>
        <p:nvSpPr>
          <p:cNvPr id="231" name="Google Shape;231;p26"/>
          <p:cNvSpPr txBox="1"/>
          <p:nvPr>
            <p:ph idx="1" type="body"/>
          </p:nvPr>
        </p:nvSpPr>
        <p:spPr>
          <a:xfrm>
            <a:off x="2166600" y="2043500"/>
            <a:ext cx="4810800" cy="14232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Input Data Pelanggan (Nama, ID)</a:t>
            </a:r>
            <a:endParaRPr sz="2100"/>
          </a:p>
          <a:p>
            <a:pPr indent="-361950" lvl="0" marL="457200" rtl="0" algn="l">
              <a:spcBef>
                <a:spcPts val="0"/>
              </a:spcBef>
              <a:spcAft>
                <a:spcPts val="0"/>
              </a:spcAft>
              <a:buSzPts val="2100"/>
              <a:buChar char="●"/>
            </a:pPr>
            <a:r>
              <a:rPr lang="en" sz="2100"/>
              <a:t>Menampilkan Menu Produk</a:t>
            </a:r>
            <a:endParaRPr sz="2100"/>
          </a:p>
          <a:p>
            <a:pPr indent="-361950" lvl="0" marL="457200" rtl="0" algn="l">
              <a:spcBef>
                <a:spcPts val="0"/>
              </a:spcBef>
              <a:spcAft>
                <a:spcPts val="0"/>
              </a:spcAft>
              <a:buSzPts val="2100"/>
              <a:buChar char="●"/>
            </a:pPr>
            <a:r>
              <a:rPr lang="en" sz="2100"/>
              <a:t>Menginputkan pilihan produk</a:t>
            </a:r>
            <a:endParaRPr sz="2100"/>
          </a:p>
          <a:p>
            <a:pPr indent="0" lvl="0" marL="457200" rtl="0" algn="l">
              <a:spcBef>
                <a:spcPts val="0"/>
              </a:spcBef>
              <a:spcAft>
                <a:spcPts val="0"/>
              </a:spcAft>
              <a:buNone/>
            </a:pPr>
            <a:r>
              <a:t/>
            </a:r>
            <a:endParaRPr/>
          </a:p>
          <a:p>
            <a:pPr indent="0" lvl="0" marL="0" rtl="0" algn="l">
              <a:spcBef>
                <a:spcPts val="1000"/>
              </a:spcBef>
              <a:spcAft>
                <a:spcPts val="0"/>
              </a:spcAft>
              <a:buNone/>
            </a:pPr>
            <a:r>
              <a:t/>
            </a:r>
            <a:endParaRPr/>
          </a:p>
        </p:txBody>
      </p:sp>
      <p:sp>
        <p:nvSpPr>
          <p:cNvPr id="232" name="Google Shape;232;p26"/>
          <p:cNvSpPr/>
          <p:nvPr/>
        </p:nvSpPr>
        <p:spPr>
          <a:xfrm rot="5400000">
            <a:off x="8361849" y="3989626"/>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33" name="Google Shape;233;p26"/>
          <p:cNvSpPr/>
          <p:nvPr/>
        </p:nvSpPr>
        <p:spPr>
          <a:xfrm rot="5400000">
            <a:off x="8361849" y="41239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34" name="Google Shape;234;p26"/>
          <p:cNvSpPr/>
          <p:nvPr/>
        </p:nvSpPr>
        <p:spPr>
          <a:xfrm rot="5400000">
            <a:off x="8361849" y="42582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35" name="Google Shape;235;p26"/>
          <p:cNvSpPr/>
          <p:nvPr/>
        </p:nvSpPr>
        <p:spPr>
          <a:xfrm rot="5400000">
            <a:off x="8361849" y="4392524"/>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976350" y="947625"/>
            <a:ext cx="7191300" cy="20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600">
                <a:latin typeface="Arial"/>
                <a:ea typeface="Arial"/>
                <a:cs typeface="Arial"/>
                <a:sym typeface="Arial"/>
              </a:rPr>
              <a:t>1.	Inisialisasi Program :</a:t>
            </a:r>
            <a:endParaRPr b="1" sz="1600">
              <a:latin typeface="Arial"/>
              <a:ea typeface="Arial"/>
              <a:cs typeface="Arial"/>
              <a:sym typeface="Arial"/>
            </a:endParaRPr>
          </a:p>
          <a:p>
            <a:pPr indent="0" lvl="0" marL="0" rtl="0" algn="l">
              <a:spcBef>
                <a:spcPts val="0"/>
              </a:spcBef>
              <a:spcAft>
                <a:spcPts val="0"/>
              </a:spcAft>
              <a:buNone/>
            </a:pPr>
            <a:r>
              <a:rPr b="1" lang="en" sz="1600">
                <a:latin typeface="Arial"/>
                <a:ea typeface="Arial"/>
                <a:cs typeface="Arial"/>
                <a:sym typeface="Arial"/>
              </a:rPr>
              <a:t>   </a:t>
            </a:r>
            <a:r>
              <a:rPr lang="en" sz="1600">
                <a:latin typeface="Arial"/>
                <a:ea typeface="Arial"/>
                <a:cs typeface="Arial"/>
                <a:sym typeface="Arial"/>
              </a:rPr>
              <a:t>Program dimulai dengan menampilkan pesan sambutan kepada        pengguna dan meminta data pengguna seperti nama untuk memulai   proses.</a:t>
            </a:r>
            <a:endParaRPr sz="160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600">
              <a:latin typeface="Arial"/>
              <a:ea typeface="Arial"/>
              <a:cs typeface="Arial"/>
              <a:sym typeface="Arial"/>
            </a:endParaRPr>
          </a:p>
          <a:p>
            <a:pPr indent="0" lvl="0" marL="0" rtl="0" algn="l">
              <a:spcBef>
                <a:spcPts val="0"/>
              </a:spcBef>
              <a:spcAft>
                <a:spcPts val="0"/>
              </a:spcAft>
              <a:buClr>
                <a:schemeClr val="lt1"/>
              </a:buClr>
              <a:buSzPts val="1100"/>
              <a:buFont typeface="Arial"/>
              <a:buNone/>
            </a:pPr>
            <a:r>
              <a:rPr b="1" lang="en" sz="1600">
                <a:latin typeface="Arial"/>
                <a:ea typeface="Arial"/>
                <a:cs typeface="Arial"/>
                <a:sym typeface="Arial"/>
              </a:rPr>
              <a:t>2.	Menampilkan Menu Buah :</a:t>
            </a:r>
            <a:endParaRPr b="1" sz="1600">
              <a:latin typeface="Arial"/>
              <a:ea typeface="Arial"/>
              <a:cs typeface="Arial"/>
              <a:sym typeface="Arial"/>
            </a:endParaRPr>
          </a:p>
          <a:p>
            <a:pPr indent="0" lvl="0" marL="0" rtl="0" algn="l">
              <a:spcBef>
                <a:spcPts val="0"/>
              </a:spcBef>
              <a:spcAft>
                <a:spcPts val="0"/>
              </a:spcAft>
              <a:buNone/>
            </a:pPr>
            <a:r>
              <a:rPr b="1" lang="en" sz="1600">
                <a:latin typeface="Arial"/>
                <a:ea typeface="Arial"/>
                <a:cs typeface="Arial"/>
                <a:sym typeface="Arial"/>
              </a:rPr>
              <a:t>   </a:t>
            </a:r>
            <a:r>
              <a:rPr lang="en" sz="1600">
                <a:latin typeface="Arial"/>
                <a:ea typeface="Arial"/>
                <a:cs typeface="Arial"/>
                <a:sym typeface="Arial"/>
              </a:rPr>
              <a:t>Program akan menampilkan daftar buah yang tersedia di toko beserta harga grosirnya secara terstruktur.</a:t>
            </a:r>
            <a:endParaRPr sz="160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600">
              <a:latin typeface="Arial"/>
              <a:ea typeface="Arial"/>
              <a:cs typeface="Arial"/>
              <a:sym typeface="Arial"/>
            </a:endParaRPr>
          </a:p>
          <a:p>
            <a:pPr indent="0" lvl="0" marL="0" rtl="0" algn="l">
              <a:spcBef>
                <a:spcPts val="0"/>
              </a:spcBef>
              <a:spcAft>
                <a:spcPts val="0"/>
              </a:spcAft>
              <a:buClr>
                <a:schemeClr val="lt1"/>
              </a:buClr>
              <a:buSzPts val="1100"/>
              <a:buFont typeface="Arial"/>
              <a:buNone/>
            </a:pPr>
            <a:r>
              <a:rPr b="1" lang="en" sz="1600">
                <a:latin typeface="Arial"/>
                <a:ea typeface="Arial"/>
                <a:cs typeface="Arial"/>
                <a:sym typeface="Arial"/>
              </a:rPr>
              <a:t>3.	Input dan Validasi Pilihan Buah : </a:t>
            </a:r>
            <a:endParaRPr b="1" sz="1600">
              <a:latin typeface="Arial"/>
              <a:ea typeface="Arial"/>
              <a:cs typeface="Arial"/>
              <a:sym typeface="Arial"/>
            </a:endParaRPr>
          </a:p>
          <a:p>
            <a:pPr indent="0" lvl="0" marL="0" rtl="0" algn="l">
              <a:spcBef>
                <a:spcPts val="0"/>
              </a:spcBef>
              <a:spcAft>
                <a:spcPts val="0"/>
              </a:spcAft>
              <a:buClr>
                <a:schemeClr val="lt1"/>
              </a:buClr>
              <a:buSzPts val="1100"/>
              <a:buFont typeface="Arial"/>
              <a:buNone/>
            </a:pPr>
            <a:r>
              <a:rPr b="1" lang="en" sz="1600">
                <a:latin typeface="Arial"/>
                <a:ea typeface="Arial"/>
                <a:cs typeface="Arial"/>
                <a:sym typeface="Arial"/>
              </a:rPr>
              <a:t>	</a:t>
            </a:r>
            <a:r>
              <a:rPr lang="en" sz="1600">
                <a:latin typeface="Arial"/>
                <a:ea typeface="Arial"/>
                <a:cs typeface="Arial"/>
                <a:sym typeface="Arial"/>
              </a:rPr>
              <a:t>•	Pengguna memasukkan kode atau nomor buah sesuai daftar.</a:t>
            </a:r>
            <a:endParaRPr sz="1600">
              <a:latin typeface="Arial"/>
              <a:ea typeface="Arial"/>
              <a:cs typeface="Arial"/>
              <a:sym typeface="Arial"/>
            </a:endParaRPr>
          </a:p>
          <a:p>
            <a:pPr indent="0" lvl="0" marL="0" rtl="0" algn="l">
              <a:spcBef>
                <a:spcPts val="0"/>
              </a:spcBef>
              <a:spcAft>
                <a:spcPts val="0"/>
              </a:spcAft>
              <a:buNone/>
            </a:pPr>
            <a:r>
              <a:rPr lang="en" sz="1600">
                <a:latin typeface="Arial"/>
                <a:ea typeface="Arial"/>
                <a:cs typeface="Arial"/>
                <a:sym typeface="Arial"/>
              </a:rPr>
              <a:t>	•	Program memvalidasi input untuk memastikan kode sesuai dengan daftar yang tersedia. </a:t>
            </a:r>
            <a:endParaRPr sz="1600">
              <a:latin typeface="Arial"/>
              <a:ea typeface="Arial"/>
              <a:cs typeface="Arial"/>
              <a:sym typeface="Arial"/>
            </a:endParaRPr>
          </a:p>
        </p:txBody>
      </p:sp>
      <p:sp>
        <p:nvSpPr>
          <p:cNvPr id="241" name="Google Shape;241;p27"/>
          <p:cNvSpPr txBox="1"/>
          <p:nvPr>
            <p:ph idx="2" type="title"/>
          </p:nvPr>
        </p:nvSpPr>
        <p:spPr>
          <a:xfrm>
            <a:off x="2610200" y="106350"/>
            <a:ext cx="4536000" cy="59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Deskripsi Cara Kerja</a:t>
            </a:r>
            <a:endParaRPr sz="2300"/>
          </a:p>
        </p:txBody>
      </p:sp>
      <p:grpSp>
        <p:nvGrpSpPr>
          <p:cNvPr id="242" name="Google Shape;242;p27"/>
          <p:cNvGrpSpPr/>
          <p:nvPr/>
        </p:nvGrpSpPr>
        <p:grpSpPr>
          <a:xfrm>
            <a:off x="7894100" y="3762250"/>
            <a:ext cx="226500" cy="378950"/>
            <a:chOff x="7894100" y="3762250"/>
            <a:chExt cx="226500" cy="378950"/>
          </a:xfrm>
        </p:grpSpPr>
        <p:sp>
          <p:nvSpPr>
            <p:cNvPr id="243" name="Google Shape;243;p27"/>
            <p:cNvSpPr/>
            <p:nvPr/>
          </p:nvSpPr>
          <p:spPr>
            <a:xfrm>
              <a:off x="8046500" y="3762250"/>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44" name="Google Shape;244;p27"/>
            <p:cNvSpPr/>
            <p:nvPr/>
          </p:nvSpPr>
          <p:spPr>
            <a:xfrm>
              <a:off x="7894100" y="3914675"/>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45" name="Google Shape;245;p27"/>
            <p:cNvSpPr/>
            <p:nvPr/>
          </p:nvSpPr>
          <p:spPr>
            <a:xfrm>
              <a:off x="8046500" y="4067100"/>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grpSp>
        <p:nvGrpSpPr>
          <p:cNvPr id="246" name="Google Shape;246;p27"/>
          <p:cNvGrpSpPr/>
          <p:nvPr/>
        </p:nvGrpSpPr>
        <p:grpSpPr>
          <a:xfrm>
            <a:off x="7229775" y="947625"/>
            <a:ext cx="536998" cy="134100"/>
            <a:chOff x="7229775" y="947625"/>
            <a:chExt cx="536998" cy="134100"/>
          </a:xfrm>
        </p:grpSpPr>
        <p:sp>
          <p:nvSpPr>
            <p:cNvPr id="247" name="Google Shape;247;p27"/>
            <p:cNvSpPr/>
            <p:nvPr/>
          </p:nvSpPr>
          <p:spPr>
            <a:xfrm>
              <a:off x="7229775"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48" name="Google Shape;248;p27"/>
            <p:cNvSpPr/>
            <p:nvPr/>
          </p:nvSpPr>
          <p:spPr>
            <a:xfrm>
              <a:off x="7364074"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49" name="Google Shape;249;p27"/>
            <p:cNvSpPr/>
            <p:nvPr/>
          </p:nvSpPr>
          <p:spPr>
            <a:xfrm>
              <a:off x="7498374"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50" name="Google Shape;250;p27"/>
            <p:cNvSpPr/>
            <p:nvPr/>
          </p:nvSpPr>
          <p:spPr>
            <a:xfrm>
              <a:off x="7632673"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8713900" y="-32000"/>
            <a:ext cx="537000" cy="56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a:t>
            </a:r>
            <a:endParaRPr>
              <a:solidFill>
                <a:schemeClr val="lt1"/>
              </a:solidFill>
            </a:endParaRPr>
          </a:p>
        </p:txBody>
      </p:sp>
      <p:sp>
        <p:nvSpPr>
          <p:cNvPr id="256" name="Google Shape;256;p28"/>
          <p:cNvSpPr txBox="1"/>
          <p:nvPr>
            <p:ph idx="1" type="subTitle"/>
          </p:nvPr>
        </p:nvSpPr>
        <p:spPr>
          <a:xfrm>
            <a:off x="3009488" y="113375"/>
            <a:ext cx="3289500" cy="48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100">
                <a:latin typeface="Kanit"/>
                <a:ea typeface="Kanit"/>
                <a:cs typeface="Kanit"/>
                <a:sym typeface="Kanit"/>
              </a:rPr>
              <a:t>HASIL AKHIR PROGRAM </a:t>
            </a:r>
            <a:endParaRPr b="1" sz="2100">
              <a:latin typeface="Kanit"/>
              <a:ea typeface="Kanit"/>
              <a:cs typeface="Kanit"/>
              <a:sym typeface="Kanit"/>
            </a:endParaRPr>
          </a:p>
        </p:txBody>
      </p:sp>
      <p:grpSp>
        <p:nvGrpSpPr>
          <p:cNvPr id="257" name="Google Shape;257;p28"/>
          <p:cNvGrpSpPr/>
          <p:nvPr/>
        </p:nvGrpSpPr>
        <p:grpSpPr>
          <a:xfrm>
            <a:off x="7229775" y="947625"/>
            <a:ext cx="536998" cy="134100"/>
            <a:chOff x="7229775" y="947625"/>
            <a:chExt cx="536998" cy="134100"/>
          </a:xfrm>
        </p:grpSpPr>
        <p:sp>
          <p:nvSpPr>
            <p:cNvPr id="258" name="Google Shape;258;p28"/>
            <p:cNvSpPr/>
            <p:nvPr/>
          </p:nvSpPr>
          <p:spPr>
            <a:xfrm>
              <a:off x="7229775"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59" name="Google Shape;259;p28"/>
            <p:cNvSpPr/>
            <p:nvPr/>
          </p:nvSpPr>
          <p:spPr>
            <a:xfrm>
              <a:off x="7364074"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60" name="Google Shape;260;p28"/>
            <p:cNvSpPr/>
            <p:nvPr/>
          </p:nvSpPr>
          <p:spPr>
            <a:xfrm>
              <a:off x="7498374"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61" name="Google Shape;261;p28"/>
            <p:cNvSpPr/>
            <p:nvPr/>
          </p:nvSpPr>
          <p:spPr>
            <a:xfrm>
              <a:off x="7632673" y="947625"/>
              <a:ext cx="134100" cy="134100"/>
            </a:xfrm>
            <a:prstGeom prst="mathPlus">
              <a:avLst>
                <a:gd fmla="val 0" name="adj1"/>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grpSp>
        <p:nvGrpSpPr>
          <p:cNvPr id="262" name="Google Shape;262;p28"/>
          <p:cNvGrpSpPr/>
          <p:nvPr/>
        </p:nvGrpSpPr>
        <p:grpSpPr>
          <a:xfrm>
            <a:off x="1061450" y="3804075"/>
            <a:ext cx="226500" cy="378950"/>
            <a:chOff x="7894100" y="3762250"/>
            <a:chExt cx="226500" cy="378950"/>
          </a:xfrm>
        </p:grpSpPr>
        <p:sp>
          <p:nvSpPr>
            <p:cNvPr id="263" name="Google Shape;263;p28"/>
            <p:cNvSpPr/>
            <p:nvPr/>
          </p:nvSpPr>
          <p:spPr>
            <a:xfrm>
              <a:off x="8046500" y="3762250"/>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64" name="Google Shape;264;p28"/>
            <p:cNvSpPr/>
            <p:nvPr/>
          </p:nvSpPr>
          <p:spPr>
            <a:xfrm>
              <a:off x="7894100" y="3914675"/>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sp>
          <p:nvSpPr>
            <p:cNvPr id="265" name="Google Shape;265;p28"/>
            <p:cNvSpPr/>
            <p:nvPr/>
          </p:nvSpPr>
          <p:spPr>
            <a:xfrm>
              <a:off x="8046500" y="4067100"/>
              <a:ext cx="74100" cy="74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nit"/>
                <a:ea typeface="Kanit"/>
                <a:cs typeface="Kanit"/>
                <a:sym typeface="Kanit"/>
              </a:endParaRPr>
            </a:p>
          </p:txBody>
        </p:sp>
      </p:grpSp>
      <p:pic>
        <p:nvPicPr>
          <p:cNvPr id="266" name="Google Shape;266;p28"/>
          <p:cNvPicPr preferRelativeResize="0"/>
          <p:nvPr/>
        </p:nvPicPr>
        <p:blipFill>
          <a:blip r:embed="rId3">
            <a:alphaModFix/>
          </a:blip>
          <a:stretch>
            <a:fillRect/>
          </a:stretch>
        </p:blipFill>
        <p:spPr>
          <a:xfrm>
            <a:off x="1448400" y="947625"/>
            <a:ext cx="6411678" cy="33320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type="ctrTitle"/>
          </p:nvPr>
        </p:nvSpPr>
        <p:spPr>
          <a:xfrm>
            <a:off x="1701975" y="1762475"/>
            <a:ext cx="5590800" cy="1422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Font typeface="Arial"/>
              <a:buNone/>
            </a:pPr>
            <a:r>
              <a:rPr lang="en" sz="3600"/>
              <a:t>DEMONSTRASI PROGRAM</a:t>
            </a:r>
            <a:endParaRPr sz="3600"/>
          </a:p>
          <a:p>
            <a:pPr indent="0" lvl="0" marL="0" rtl="0" algn="ctr">
              <a:spcBef>
                <a:spcPts val="0"/>
              </a:spcBef>
              <a:spcAft>
                <a:spcPts val="0"/>
              </a:spcAft>
              <a:buNone/>
            </a:pPr>
            <a:r>
              <a:t/>
            </a:r>
            <a:endParaRPr/>
          </a:p>
        </p:txBody>
      </p:sp>
      <p:sp>
        <p:nvSpPr>
          <p:cNvPr id="272" name="Google Shape;272;p29"/>
          <p:cNvSpPr txBox="1"/>
          <p:nvPr>
            <p:ph idx="1" type="subTitle"/>
          </p:nvPr>
        </p:nvSpPr>
        <p:spPr>
          <a:xfrm>
            <a:off x="9462175" y="-555800"/>
            <a:ext cx="1164600" cy="47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720000" y="6738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KESIMPULAN</a:t>
            </a:r>
            <a:endParaRPr/>
          </a:p>
        </p:txBody>
      </p:sp>
      <p:sp>
        <p:nvSpPr>
          <p:cNvPr id="278" name="Google Shape;278;p30"/>
          <p:cNvSpPr txBox="1"/>
          <p:nvPr>
            <p:ph idx="3" type="subTitle"/>
          </p:nvPr>
        </p:nvSpPr>
        <p:spPr>
          <a:xfrm>
            <a:off x="715100" y="4217050"/>
            <a:ext cx="43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a:t>
            </a:r>
            <a:endParaRPr>
              <a:solidFill>
                <a:schemeClr val="lt1"/>
              </a:solidFill>
            </a:endParaRPr>
          </a:p>
        </p:txBody>
      </p:sp>
      <p:sp>
        <p:nvSpPr>
          <p:cNvPr id="279" name="Google Shape;279;p30"/>
          <p:cNvSpPr txBox="1"/>
          <p:nvPr>
            <p:ph idx="1" type="subTitle"/>
          </p:nvPr>
        </p:nvSpPr>
        <p:spPr>
          <a:xfrm>
            <a:off x="715100" y="2389350"/>
            <a:ext cx="8006700" cy="125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200">
                <a:latin typeface="Calibri"/>
                <a:ea typeface="Calibri"/>
                <a:cs typeface="Calibri"/>
                <a:sym typeface="Calibri"/>
              </a:rPr>
              <a:t>Program Toko Buah dibuat untuk menampilkan daftar buah dan harga grosirnya dengan alur kerja sederhana, mulai dari inisialisasi, validasi input, hingga keluar program. Aplikasi ini mempermudah pengguna mengakses informasi dan memberikan pengalaman yang praktis serta efisien.</a:t>
            </a:r>
            <a:endParaRPr sz="2400"/>
          </a:p>
        </p:txBody>
      </p:sp>
      <p:sp>
        <p:nvSpPr>
          <p:cNvPr id="280" name="Google Shape;280;p30"/>
          <p:cNvSpPr txBox="1"/>
          <p:nvPr>
            <p:ph idx="2" type="subTitle"/>
          </p:nvPr>
        </p:nvSpPr>
        <p:spPr>
          <a:xfrm>
            <a:off x="4683250" y="1817100"/>
            <a:ext cx="2080200" cy="48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lt1"/>
                </a:solidFill>
              </a:rPr>
              <a:t>.</a:t>
            </a:r>
            <a:endParaRPr>
              <a:solidFill>
                <a:schemeClr val="lt1"/>
              </a:solidFill>
            </a:endParaRPr>
          </a:p>
        </p:txBody>
      </p:sp>
      <p:sp>
        <p:nvSpPr>
          <p:cNvPr id="281" name="Google Shape;281;p30"/>
          <p:cNvSpPr txBox="1"/>
          <p:nvPr>
            <p:ph idx="4" type="subTitle"/>
          </p:nvPr>
        </p:nvSpPr>
        <p:spPr>
          <a:xfrm>
            <a:off x="8052975" y="4789750"/>
            <a:ext cx="1204200" cy="38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a:t>
            </a:r>
            <a:endParaRPr>
              <a:solidFill>
                <a:schemeClr val="lt1"/>
              </a:solidFill>
            </a:endParaRPr>
          </a:p>
        </p:txBody>
      </p:sp>
      <p:grpSp>
        <p:nvGrpSpPr>
          <p:cNvPr id="282" name="Google Shape;282;p30"/>
          <p:cNvGrpSpPr/>
          <p:nvPr/>
        </p:nvGrpSpPr>
        <p:grpSpPr>
          <a:xfrm rot="5400000">
            <a:off x="1577175" y="654550"/>
            <a:ext cx="74100" cy="1788450"/>
            <a:chOff x="8657175" y="772575"/>
            <a:chExt cx="74100" cy="1788450"/>
          </a:xfrm>
        </p:grpSpPr>
        <p:sp>
          <p:nvSpPr>
            <p:cNvPr id="283" name="Google Shape;283;p30"/>
            <p:cNvSpPr/>
            <p:nvPr/>
          </p:nvSpPr>
          <p:spPr>
            <a:xfrm>
              <a:off x="8657175" y="772575"/>
              <a:ext cx="74100" cy="142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284" name="Google Shape;284;p30"/>
            <p:cNvSpPr/>
            <p:nvPr/>
          </p:nvSpPr>
          <p:spPr>
            <a:xfrm>
              <a:off x="8657175" y="2304150"/>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sp>
          <p:nvSpPr>
            <p:cNvPr id="285" name="Google Shape;285;p30"/>
            <p:cNvSpPr/>
            <p:nvPr/>
          </p:nvSpPr>
          <p:spPr>
            <a:xfrm>
              <a:off x="8657175" y="2483925"/>
              <a:ext cx="741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Kanit"/>
                  <a:ea typeface="Kanit"/>
                  <a:cs typeface="Kanit"/>
                  <a:sym typeface="Kanit"/>
                </a:rPr>
                <a:t>  </a:t>
              </a:r>
              <a:endParaRPr>
                <a:latin typeface="Kanit"/>
                <a:ea typeface="Kanit"/>
                <a:cs typeface="Kanit"/>
                <a:sym typeface="Kani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txBox="1"/>
          <p:nvPr>
            <p:ph type="ctrTitle"/>
          </p:nvPr>
        </p:nvSpPr>
        <p:spPr>
          <a:xfrm>
            <a:off x="1701975" y="2051100"/>
            <a:ext cx="5590800" cy="142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THANK YOU</a:t>
            </a:r>
            <a:endParaRPr/>
          </a:p>
        </p:txBody>
      </p:sp>
      <p:sp>
        <p:nvSpPr>
          <p:cNvPr id="291" name="Google Shape;291;p31"/>
          <p:cNvSpPr txBox="1"/>
          <p:nvPr>
            <p:ph idx="1" type="subTitle"/>
          </p:nvPr>
        </p:nvSpPr>
        <p:spPr>
          <a:xfrm>
            <a:off x="9462175" y="-555800"/>
            <a:ext cx="1164600" cy="47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ame Design Agency by Slidesgo">
  <a:themeElements>
    <a:clrScheme name="Simple Light">
      <a:dk1>
        <a:srgbClr val="FFFFFF"/>
      </a:dk1>
      <a:lt1>
        <a:srgbClr val="000000"/>
      </a:lt1>
      <a:dk2>
        <a:srgbClr val="DD3D6E"/>
      </a:dk2>
      <a:lt2>
        <a:srgbClr val="6ABFDA"/>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